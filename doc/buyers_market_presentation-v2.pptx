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2"/>
  </p:notesMasterIdLst>
  <p:sldIdLst>
    <p:sldId id="2561" r:id="rId5"/>
    <p:sldId id="2563" r:id="rId6"/>
    <p:sldId id="2565" r:id="rId7"/>
    <p:sldId id="2567" r:id="rId8"/>
    <p:sldId id="2568" r:id="rId9"/>
    <p:sldId id="2569" r:id="rId10"/>
    <p:sldId id="25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uyer’s Market Project Presentation" id="{CAE12476-4F4D-459A-994C-97B58010C761}">
          <p14:sldIdLst>
            <p14:sldId id="2561"/>
          </p14:sldIdLst>
        </p14:section>
        <p14:section name="Introduction" id="{94884129-DF3F-4E0A-9D6F-28A5ED378A6C}">
          <p14:sldIdLst>
            <p14:sldId id="2563"/>
          </p14:sldIdLst>
        </p14:section>
        <p14:section name="Project Overview" id="{40143103-6E8E-476D-9760-324AB6C3849E}">
          <p14:sldIdLst>
            <p14:sldId id="2565"/>
          </p14:sldIdLst>
        </p14:section>
        <p14:section name="Meeting Client Goals" id="{0D4A3773-F7CC-47A3-AF99-48623FE18115}">
          <p14:sldIdLst>
            <p14:sldId id="2567"/>
          </p14:sldIdLst>
        </p14:section>
        <p14:section name="Visual Demonstration" id="{B13834AD-66A4-47E2-ABF5-A8814C5FE220}">
          <p14:sldIdLst>
            <p14:sldId id="2568"/>
            <p14:sldId id="2569"/>
          </p14:sldIdLst>
        </p14:section>
        <p14:section name="Reflection and Future Plans" id="{F3060971-4FBD-460B-887F-2EE0511B6D87}">
          <p14:sldIdLst>
            <p14:sldId id="25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3E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7076"/>
  </p:normalViewPr>
  <p:slideViewPr>
    <p:cSldViewPr snapToGrid="0">
      <p:cViewPr varScale="1">
        <p:scale>
          <a:sx n="103" d="100"/>
          <a:sy n="103" d="100"/>
        </p:scale>
        <p:origin x="192" y="2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zbeth Garcia" userId="S::lizbeth.garcia@bellevuecollege.edu::f2413cfe-fd9f-4f15-bf09-e0ef972c393b" providerId="AD" clId="Web-{FA171C79-2513-C204-A0BF-F82DF1492A22}"/>
    <pc:docChg chg="modSld">
      <pc:chgData name="Lizbeth Garcia" userId="S::lizbeth.garcia@bellevuecollege.edu::f2413cfe-fd9f-4f15-bf09-e0ef972c393b" providerId="AD" clId="Web-{FA171C79-2513-C204-A0BF-F82DF1492A22}" dt="2025-11-24T01:54:55.629" v="1" actId="1076"/>
      <pc:docMkLst>
        <pc:docMk/>
      </pc:docMkLst>
      <pc:sldChg chg="modSp">
        <pc:chgData name="Lizbeth Garcia" userId="S::lizbeth.garcia@bellevuecollege.edu::f2413cfe-fd9f-4f15-bf09-e0ef972c393b" providerId="AD" clId="Web-{FA171C79-2513-C204-A0BF-F82DF1492A22}" dt="2025-11-24T01:54:55.629" v="1" actId="1076"/>
        <pc:sldMkLst>
          <pc:docMk/>
          <pc:sldMk cId="1468191100" sldId="2571"/>
        </pc:sldMkLst>
        <pc:graphicFrameChg chg="mod">
          <ac:chgData name="Lizbeth Garcia" userId="S::lizbeth.garcia@bellevuecollege.edu::f2413cfe-fd9f-4f15-bf09-e0ef972c393b" providerId="AD" clId="Web-{FA171C79-2513-C204-A0BF-F82DF1492A22}" dt="2025-11-24T01:54:55.629" v="1" actId="1076"/>
          <ac:graphicFrameMkLst>
            <pc:docMk/>
            <pc:sldMk cId="1468191100" sldId="2571"/>
            <ac:graphicFrameMk id="10" creationId="{7297614A-34D9-517A-2111-0AEA24137B5A}"/>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EAEF09-EA25-4B3D-BA0A-C8EBB5F69AA7}"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AE0BA5AC-4EC7-4F62-8589-1ED9C03FEF57}">
      <dgm:prSet custT="1"/>
      <dgm:spPr/>
      <dgm:t>
        <a:bodyPr/>
        <a:lstStyle/>
        <a:p>
          <a:pPr>
            <a:lnSpc>
              <a:spcPct val="100000"/>
            </a:lnSpc>
            <a:defRPr b="1"/>
          </a:pPr>
          <a:endParaRPr lang="en-US" sz="2400" dirty="0"/>
        </a:p>
      </dgm:t>
    </dgm:pt>
    <dgm:pt modelId="{407447F2-6030-4BD3-B48E-2F56A358244D}" type="parTrans" cxnId="{87CDA5C0-33FF-4716-BF46-FF049A6043A3}">
      <dgm:prSet/>
      <dgm:spPr/>
      <dgm:t>
        <a:bodyPr/>
        <a:lstStyle/>
        <a:p>
          <a:endParaRPr lang="en-US"/>
        </a:p>
      </dgm:t>
    </dgm:pt>
    <dgm:pt modelId="{2CD75E0A-10D8-4112-94CC-04B4BD8EDAED}" type="sibTrans" cxnId="{87CDA5C0-33FF-4716-BF46-FF049A6043A3}">
      <dgm:prSet/>
      <dgm:spPr/>
      <dgm:t>
        <a:bodyPr/>
        <a:lstStyle/>
        <a:p>
          <a:pPr>
            <a:lnSpc>
              <a:spcPct val="100000"/>
            </a:lnSpc>
            <a:defRPr b="1"/>
          </a:pPr>
          <a:endParaRPr lang="en-US"/>
        </a:p>
      </dgm:t>
    </dgm:pt>
    <dgm:pt modelId="{7D203CC5-EED0-4130-AEE1-800851FD7CFD}">
      <dgm:prSet custT="1"/>
      <dgm:spPr/>
      <dgm:t>
        <a:bodyPr/>
        <a:lstStyle/>
        <a:p>
          <a:pPr>
            <a:lnSpc>
              <a:spcPct val="100000"/>
            </a:lnSpc>
          </a:pPr>
          <a:r>
            <a:rPr lang="en-US" sz="3200" dirty="0">
              <a:solidFill>
                <a:schemeClr val="bg2">
                  <a:lumMod val="90000"/>
                </a:schemeClr>
              </a:solidFill>
            </a:rPr>
            <a:t>Many</a:t>
          </a:r>
          <a:r>
            <a:rPr lang="en-US" sz="2800" dirty="0">
              <a:solidFill>
                <a:schemeClr val="bg2">
                  <a:lumMod val="90000"/>
                </a:schemeClr>
              </a:solidFill>
            </a:rPr>
            <a:t> people have items with </a:t>
          </a:r>
          <a:r>
            <a:rPr lang="en-US" sz="3200" dirty="0">
              <a:solidFill>
                <a:schemeClr val="bg2">
                  <a:lumMod val="90000"/>
                </a:schemeClr>
              </a:solidFill>
            </a:rPr>
            <a:t>life left </a:t>
          </a:r>
          <a:r>
            <a:rPr lang="en-US" sz="2800" dirty="0">
              <a:solidFill>
                <a:schemeClr val="bg2">
                  <a:lumMod val="90000"/>
                </a:schemeClr>
              </a:solidFill>
            </a:rPr>
            <a:t>in them but no </a:t>
          </a:r>
          <a:r>
            <a:rPr lang="en-US" sz="3200" dirty="0">
              <a:solidFill>
                <a:schemeClr val="bg2">
                  <a:lumMod val="90000"/>
                </a:schemeClr>
              </a:solidFill>
            </a:rPr>
            <a:t>easy</a:t>
          </a:r>
          <a:r>
            <a:rPr lang="en-US" sz="2800" dirty="0">
              <a:solidFill>
                <a:schemeClr val="bg2">
                  <a:lumMod val="90000"/>
                </a:schemeClr>
              </a:solidFill>
            </a:rPr>
            <a:t> way to give </a:t>
          </a:r>
          <a:r>
            <a:rPr lang="en-US" sz="4000" dirty="0">
              <a:solidFill>
                <a:schemeClr val="bg2">
                  <a:lumMod val="90000"/>
                </a:schemeClr>
              </a:solidFill>
            </a:rPr>
            <a:t>directly</a:t>
          </a:r>
          <a:r>
            <a:rPr lang="en-US" sz="2800" dirty="0">
              <a:solidFill>
                <a:schemeClr val="bg2">
                  <a:lumMod val="90000"/>
                </a:schemeClr>
              </a:solidFill>
            </a:rPr>
            <a:t> to others.</a:t>
          </a:r>
        </a:p>
      </dgm:t>
    </dgm:pt>
    <dgm:pt modelId="{05B6F971-C8F3-433C-A18B-4BF509E62D26}" type="parTrans" cxnId="{C9492C32-901F-4FFE-890C-950459F8B904}">
      <dgm:prSet/>
      <dgm:spPr/>
      <dgm:t>
        <a:bodyPr/>
        <a:lstStyle/>
        <a:p>
          <a:endParaRPr lang="en-US"/>
        </a:p>
      </dgm:t>
    </dgm:pt>
    <dgm:pt modelId="{704055F1-C1C7-4813-BC41-5E9B641A68E4}" type="sibTrans" cxnId="{C9492C32-901F-4FFE-890C-950459F8B904}">
      <dgm:prSet/>
      <dgm:spPr/>
      <dgm:t>
        <a:bodyPr/>
        <a:lstStyle/>
        <a:p>
          <a:endParaRPr lang="en-US"/>
        </a:p>
      </dgm:t>
    </dgm:pt>
    <dgm:pt modelId="{6108D6C2-D2C3-4A15-9CA9-141FE3431341}">
      <dgm:prSet custT="1"/>
      <dgm:spPr/>
      <dgm:t>
        <a:bodyPr/>
        <a:lstStyle/>
        <a:p>
          <a:pPr>
            <a:lnSpc>
              <a:spcPct val="100000"/>
            </a:lnSpc>
            <a:defRPr b="1"/>
          </a:pPr>
          <a:endParaRPr lang="en-US" sz="2400" dirty="0"/>
        </a:p>
      </dgm:t>
    </dgm:pt>
    <dgm:pt modelId="{73D27C21-97A9-46DE-9EC9-5D9EB7030E5F}" type="parTrans" cxnId="{2C93D067-E285-4F1A-85F0-85F2730EECCA}">
      <dgm:prSet/>
      <dgm:spPr/>
      <dgm:t>
        <a:bodyPr/>
        <a:lstStyle/>
        <a:p>
          <a:endParaRPr lang="en-US"/>
        </a:p>
      </dgm:t>
    </dgm:pt>
    <dgm:pt modelId="{08851243-48FD-4FD3-9E7F-1FD2BAF3DDA2}" type="sibTrans" cxnId="{2C93D067-E285-4F1A-85F0-85F2730EECCA}">
      <dgm:prSet/>
      <dgm:spPr/>
      <dgm:t>
        <a:bodyPr/>
        <a:lstStyle/>
        <a:p>
          <a:pPr>
            <a:lnSpc>
              <a:spcPct val="100000"/>
            </a:lnSpc>
            <a:defRPr b="1"/>
          </a:pPr>
          <a:endParaRPr lang="en-US"/>
        </a:p>
      </dgm:t>
    </dgm:pt>
    <dgm:pt modelId="{1208214F-BFFD-424E-BB45-56D4A9548AF9}">
      <dgm:prSet custT="1"/>
      <dgm:spPr/>
      <dgm:t>
        <a:bodyPr/>
        <a:lstStyle/>
        <a:p>
          <a:pPr>
            <a:lnSpc>
              <a:spcPct val="100000"/>
            </a:lnSpc>
          </a:pPr>
          <a:r>
            <a:rPr lang="en-US" sz="3200" dirty="0">
              <a:solidFill>
                <a:schemeClr val="bg2">
                  <a:lumMod val="90000"/>
                </a:schemeClr>
              </a:solidFill>
            </a:rPr>
            <a:t>Buyer’s Market </a:t>
          </a:r>
          <a:r>
            <a:rPr lang="en-US" sz="2400" dirty="0">
              <a:solidFill>
                <a:schemeClr val="bg2">
                  <a:lumMod val="90000"/>
                </a:schemeClr>
              </a:solidFill>
            </a:rPr>
            <a:t>creates a simple, </a:t>
          </a:r>
          <a:r>
            <a:rPr lang="en-US" sz="3200" dirty="0">
              <a:solidFill>
                <a:schemeClr val="bg2">
                  <a:lumMod val="90000"/>
                </a:schemeClr>
              </a:solidFill>
            </a:rPr>
            <a:t>community-first</a:t>
          </a:r>
          <a:r>
            <a:rPr lang="en-US" sz="2400" dirty="0">
              <a:solidFill>
                <a:schemeClr val="bg2">
                  <a:lumMod val="90000"/>
                </a:schemeClr>
              </a:solidFill>
            </a:rPr>
            <a:t> space to share, request, and stay </a:t>
          </a:r>
          <a:r>
            <a:rPr lang="en-US" sz="3200" dirty="0">
              <a:solidFill>
                <a:schemeClr val="bg2">
                  <a:lumMod val="90000"/>
                </a:schemeClr>
              </a:solidFill>
            </a:rPr>
            <a:t>informed</a:t>
          </a:r>
          <a:r>
            <a:rPr lang="en-US" sz="2400" dirty="0">
              <a:solidFill>
                <a:schemeClr val="bg2">
                  <a:lumMod val="90000"/>
                </a:schemeClr>
              </a:solidFill>
            </a:rPr>
            <a:t> about </a:t>
          </a:r>
          <a:r>
            <a:rPr lang="en-US" sz="2800" dirty="0">
              <a:solidFill>
                <a:schemeClr val="bg2">
                  <a:lumMod val="90000"/>
                </a:schemeClr>
              </a:solidFill>
            </a:rPr>
            <a:t>free</a:t>
          </a:r>
          <a:r>
            <a:rPr lang="en-US" sz="2400" dirty="0">
              <a:solidFill>
                <a:schemeClr val="bg2">
                  <a:lumMod val="90000"/>
                </a:schemeClr>
              </a:solidFill>
            </a:rPr>
            <a:t> or low-cost items.</a:t>
          </a:r>
        </a:p>
      </dgm:t>
    </dgm:pt>
    <dgm:pt modelId="{70CB094D-71F8-4FCD-AB4E-5B59D29B29DF}" type="parTrans" cxnId="{93D1C299-B3DD-4CFF-A39F-357C38F3CC58}">
      <dgm:prSet/>
      <dgm:spPr/>
      <dgm:t>
        <a:bodyPr/>
        <a:lstStyle/>
        <a:p>
          <a:endParaRPr lang="en-US"/>
        </a:p>
      </dgm:t>
    </dgm:pt>
    <dgm:pt modelId="{BD49D53F-92B2-4262-9AFC-D0511799E1F2}" type="sibTrans" cxnId="{93D1C299-B3DD-4CFF-A39F-357C38F3CC58}">
      <dgm:prSet/>
      <dgm:spPr/>
      <dgm:t>
        <a:bodyPr/>
        <a:lstStyle/>
        <a:p>
          <a:endParaRPr lang="en-US"/>
        </a:p>
      </dgm:t>
    </dgm:pt>
    <dgm:pt modelId="{CF02F95E-1C5D-4ED9-A071-9A4CAB84790A}">
      <dgm:prSet custT="1"/>
      <dgm:spPr/>
      <dgm:t>
        <a:bodyPr/>
        <a:lstStyle/>
        <a:p>
          <a:pPr>
            <a:lnSpc>
              <a:spcPct val="100000"/>
            </a:lnSpc>
          </a:pPr>
          <a:r>
            <a:rPr lang="en-US" sz="2400" b="0" i="1" dirty="0">
              <a:solidFill>
                <a:schemeClr val="bg2">
                  <a:lumMod val="90000"/>
                </a:schemeClr>
              </a:solidFill>
            </a:rPr>
            <a:t>A </a:t>
          </a:r>
          <a:r>
            <a:rPr lang="en-US" sz="2800" b="0" i="1" dirty="0">
              <a:solidFill>
                <a:schemeClr val="bg2">
                  <a:lumMod val="90000"/>
                </a:schemeClr>
              </a:solidFill>
            </a:rPr>
            <a:t>place</a:t>
          </a:r>
          <a:r>
            <a:rPr lang="en-US" sz="2400" b="0" i="1" dirty="0">
              <a:solidFill>
                <a:schemeClr val="bg2">
                  <a:lumMod val="90000"/>
                </a:schemeClr>
              </a:solidFill>
            </a:rPr>
            <a:t> where every item finds a </a:t>
          </a:r>
          <a:r>
            <a:rPr lang="en-US" sz="2800" b="0" i="1" dirty="0">
              <a:solidFill>
                <a:schemeClr val="bg2">
                  <a:lumMod val="90000"/>
                </a:schemeClr>
              </a:solidFill>
            </a:rPr>
            <a:t>new home  </a:t>
          </a:r>
          <a:r>
            <a:rPr lang="en-US" sz="2400" b="0" i="1" dirty="0">
              <a:solidFill>
                <a:schemeClr val="bg2">
                  <a:lumMod val="90000"/>
                </a:schemeClr>
              </a:solidFill>
            </a:rPr>
            <a:t>and it always stays a </a:t>
          </a:r>
          <a:r>
            <a:rPr lang="en-US" sz="2800" b="0" i="1" dirty="0">
              <a:solidFill>
                <a:schemeClr val="bg2">
                  <a:lumMod val="90000"/>
                </a:schemeClr>
              </a:solidFill>
            </a:rPr>
            <a:t>Buyer’s Market.</a:t>
          </a:r>
          <a:endParaRPr lang="en-US" sz="2400" dirty="0">
            <a:solidFill>
              <a:schemeClr val="bg2">
                <a:lumMod val="90000"/>
              </a:schemeClr>
            </a:solidFill>
          </a:endParaRPr>
        </a:p>
        <a:p>
          <a:pPr>
            <a:lnSpc>
              <a:spcPct val="100000"/>
            </a:lnSpc>
          </a:pPr>
          <a:r>
            <a:rPr lang="en-US" sz="1800" dirty="0">
              <a:solidFill>
                <a:schemeClr val="bg2">
                  <a:lumMod val="90000"/>
                </a:schemeClr>
              </a:solidFill>
            </a:rPr>
            <a:t>~ Four Functioneers</a:t>
          </a:r>
          <a:r>
            <a:rPr lang="en-US" sz="1600" dirty="0">
              <a:solidFill>
                <a:schemeClr val="bg2">
                  <a:lumMod val="90000"/>
                </a:schemeClr>
              </a:solidFill>
            </a:rPr>
            <a:t>,  </a:t>
          </a:r>
        </a:p>
        <a:p>
          <a:pPr>
            <a:lnSpc>
              <a:spcPct val="100000"/>
            </a:lnSpc>
          </a:pPr>
          <a:r>
            <a:rPr lang="en-US" sz="1800" dirty="0">
              <a:solidFill>
                <a:schemeClr val="bg2">
                  <a:lumMod val="90000"/>
                </a:schemeClr>
              </a:solidFill>
            </a:rPr>
            <a:t>Bellevue College</a:t>
          </a:r>
          <a:r>
            <a:rPr lang="en-US" sz="1600" dirty="0">
              <a:solidFill>
                <a:schemeClr val="bg2">
                  <a:lumMod val="90000"/>
                </a:schemeClr>
              </a:solidFill>
            </a:rPr>
            <a:t>,  Fall 2025</a:t>
          </a:r>
        </a:p>
      </dgm:t>
    </dgm:pt>
    <dgm:pt modelId="{2191FD3B-9C5E-4D6A-9798-32C837F09209}" type="sibTrans" cxnId="{AE711B73-9096-46BF-BA1E-14745B744F00}">
      <dgm:prSet/>
      <dgm:spPr/>
      <dgm:t>
        <a:bodyPr/>
        <a:lstStyle/>
        <a:p>
          <a:endParaRPr lang="en-US"/>
        </a:p>
      </dgm:t>
    </dgm:pt>
    <dgm:pt modelId="{75E33F05-AB46-4731-8C6B-4EE9FA2ED2E5}" type="parTrans" cxnId="{AE711B73-9096-46BF-BA1E-14745B744F00}">
      <dgm:prSet/>
      <dgm:spPr/>
      <dgm:t>
        <a:bodyPr/>
        <a:lstStyle/>
        <a:p>
          <a:endParaRPr lang="en-US"/>
        </a:p>
      </dgm:t>
    </dgm:pt>
    <dgm:pt modelId="{200B7789-5BFE-4C9A-AE21-A69589ECF92C}">
      <dgm:prSet/>
      <dgm:spPr/>
      <dgm:t>
        <a:bodyPr/>
        <a:lstStyle/>
        <a:p>
          <a:pPr>
            <a:lnSpc>
              <a:spcPct val="100000"/>
            </a:lnSpc>
            <a:defRPr b="1"/>
          </a:pPr>
          <a:endParaRPr lang="en-US" dirty="0"/>
        </a:p>
      </dgm:t>
    </dgm:pt>
    <dgm:pt modelId="{9E1650E4-4353-423E-85E2-8E0C643D88C7}" type="sibTrans" cxnId="{FB04742C-6B97-490D-9499-6F0EA928C29B}">
      <dgm:prSet/>
      <dgm:spPr/>
      <dgm:t>
        <a:bodyPr/>
        <a:lstStyle/>
        <a:p>
          <a:endParaRPr lang="en-US"/>
        </a:p>
      </dgm:t>
    </dgm:pt>
    <dgm:pt modelId="{12CC8A28-94BC-4515-84EB-1E3F21FC4E29}" type="parTrans" cxnId="{FB04742C-6B97-490D-9499-6F0EA928C29B}">
      <dgm:prSet/>
      <dgm:spPr/>
      <dgm:t>
        <a:bodyPr/>
        <a:lstStyle/>
        <a:p>
          <a:endParaRPr lang="en-US"/>
        </a:p>
      </dgm:t>
    </dgm:pt>
    <dgm:pt modelId="{87232CC5-0AC2-4327-B08C-64A1DE1B990C}" type="pres">
      <dgm:prSet presAssocID="{5BEAEF09-EA25-4B3D-BA0A-C8EBB5F69AA7}" presName="Name0" presStyleCnt="0">
        <dgm:presLayoutVars>
          <dgm:dir/>
          <dgm:resizeHandles val="exact"/>
        </dgm:presLayoutVars>
      </dgm:prSet>
      <dgm:spPr/>
    </dgm:pt>
    <dgm:pt modelId="{F45045C4-A54A-4F3B-A95F-D56A42BC56B4}" type="pres">
      <dgm:prSet presAssocID="{AE0BA5AC-4EC7-4F62-8589-1ED9C03FEF57}" presName="compNode" presStyleCnt="0"/>
      <dgm:spPr/>
    </dgm:pt>
    <dgm:pt modelId="{9DC518C4-62BF-43F0-9C28-5CA7BA6F46AD}" type="pres">
      <dgm:prSet presAssocID="{AE0BA5AC-4EC7-4F62-8589-1ED9C03FEF57}" presName="pictRect" presStyleLbl="revTx" presStyleIdx="0" presStyleCnt="6">
        <dgm:presLayoutVars>
          <dgm:chMax val="0"/>
          <dgm:bulletEnabled/>
        </dgm:presLayoutVars>
      </dgm:prSet>
      <dgm:spPr/>
    </dgm:pt>
    <dgm:pt modelId="{61C9FFDA-60C6-4203-94A0-30C9FA94968E}" type="pres">
      <dgm:prSet presAssocID="{AE0BA5AC-4EC7-4F62-8589-1ED9C03FEF57}" presName="textRect" presStyleLbl="revTx" presStyleIdx="1" presStyleCnt="6" custLinFactNeighborX="0" custLinFactNeighborY="-13830">
        <dgm:presLayoutVars>
          <dgm:bulletEnabled/>
        </dgm:presLayoutVars>
      </dgm:prSet>
      <dgm:spPr/>
    </dgm:pt>
    <dgm:pt modelId="{ACFA56CF-CFFF-4CC5-9BE3-DC1AB1BFD284}" type="pres">
      <dgm:prSet presAssocID="{2CD75E0A-10D8-4112-94CC-04B4BD8EDAED}" presName="sibTrans" presStyleLbl="sibTrans2D1" presStyleIdx="0" presStyleCnt="0"/>
      <dgm:spPr/>
    </dgm:pt>
    <dgm:pt modelId="{6E1D421D-6E90-4A4C-BB35-DBD450AD9878}" type="pres">
      <dgm:prSet presAssocID="{6108D6C2-D2C3-4A15-9CA9-141FE3431341}" presName="compNode" presStyleCnt="0"/>
      <dgm:spPr/>
    </dgm:pt>
    <dgm:pt modelId="{EDC7EE40-4D54-4615-BB5D-B665510581AD}" type="pres">
      <dgm:prSet presAssocID="{6108D6C2-D2C3-4A15-9CA9-141FE3431341}" presName="pictRect" presStyleLbl="revTx" presStyleIdx="2" presStyleCnt="6">
        <dgm:presLayoutVars>
          <dgm:chMax val="0"/>
          <dgm:bulletEnabled/>
        </dgm:presLayoutVars>
      </dgm:prSet>
      <dgm:spPr/>
    </dgm:pt>
    <dgm:pt modelId="{E674BD8A-A33B-4CC0-AA3D-40CECAF77FB9}" type="pres">
      <dgm:prSet presAssocID="{6108D6C2-D2C3-4A15-9CA9-141FE3431341}" presName="textRect" presStyleLbl="revTx" presStyleIdx="3" presStyleCnt="6" custLinFactX="10000" custLinFactNeighborX="100000" custLinFactNeighborY="-9599">
        <dgm:presLayoutVars>
          <dgm:bulletEnabled/>
        </dgm:presLayoutVars>
      </dgm:prSet>
      <dgm:spPr/>
    </dgm:pt>
    <dgm:pt modelId="{9A168B8E-421B-4813-A45E-978B883AE84F}" type="pres">
      <dgm:prSet presAssocID="{08851243-48FD-4FD3-9E7F-1FD2BAF3DDA2}" presName="sibTrans" presStyleLbl="sibTrans2D1" presStyleIdx="0" presStyleCnt="0"/>
      <dgm:spPr/>
    </dgm:pt>
    <dgm:pt modelId="{FDB511F2-9FFA-485A-8365-A0041BDFABF8}" type="pres">
      <dgm:prSet presAssocID="{200B7789-5BFE-4C9A-AE21-A69589ECF92C}" presName="compNode" presStyleCnt="0"/>
      <dgm:spPr/>
    </dgm:pt>
    <dgm:pt modelId="{AAE6E9A6-8E42-4288-9CD5-AA5CED1355A9}" type="pres">
      <dgm:prSet presAssocID="{200B7789-5BFE-4C9A-AE21-A69589ECF92C}" presName="pictRect" presStyleLbl="revTx" presStyleIdx="4" presStyleCnt="6">
        <dgm:presLayoutVars>
          <dgm:chMax val="0"/>
          <dgm:bulletEnabled/>
        </dgm:presLayoutVars>
      </dgm:prSet>
      <dgm:spPr/>
    </dgm:pt>
    <dgm:pt modelId="{008375BD-3C2E-4CC8-9CB1-1A2D3776FB81}" type="pres">
      <dgm:prSet presAssocID="{200B7789-5BFE-4C9A-AE21-A69589ECF92C}" presName="textRect" presStyleLbl="revTx" presStyleIdx="5" presStyleCnt="6" custLinFactX="-10000" custLinFactNeighborX="-100000" custLinFactNeighborY="-10355">
        <dgm:presLayoutVars>
          <dgm:bulletEnabled/>
        </dgm:presLayoutVars>
      </dgm:prSet>
      <dgm:spPr/>
    </dgm:pt>
  </dgm:ptLst>
  <dgm:cxnLst>
    <dgm:cxn modelId="{0A262A1A-F971-4515-972D-2A3AA089AA1A}" type="presOf" srcId="{AE0BA5AC-4EC7-4F62-8589-1ED9C03FEF57}" destId="{9DC518C4-62BF-43F0-9C28-5CA7BA6F46AD}" srcOrd="0" destOrd="0" presId="urn:microsoft.com/office/officeart/2024/3/layout/hArchList1"/>
    <dgm:cxn modelId="{0EEE3E22-370F-4E46-8DE0-B46259B02E21}" type="presOf" srcId="{1208214F-BFFD-424E-BB45-56D4A9548AF9}" destId="{008375BD-3C2E-4CC8-9CB1-1A2D3776FB81}" srcOrd="0" destOrd="0" presId="urn:microsoft.com/office/officeart/2024/3/layout/hArchList1"/>
    <dgm:cxn modelId="{FB04742C-6B97-490D-9499-6F0EA928C29B}" srcId="{5BEAEF09-EA25-4B3D-BA0A-C8EBB5F69AA7}" destId="{200B7789-5BFE-4C9A-AE21-A69589ECF92C}" srcOrd="2" destOrd="0" parTransId="{12CC8A28-94BC-4515-84EB-1E3F21FC4E29}" sibTransId="{9E1650E4-4353-423E-85E2-8E0C643D88C7}"/>
    <dgm:cxn modelId="{C9492C32-901F-4FFE-890C-950459F8B904}" srcId="{AE0BA5AC-4EC7-4F62-8589-1ED9C03FEF57}" destId="{7D203CC5-EED0-4130-AEE1-800851FD7CFD}" srcOrd="0" destOrd="0" parTransId="{05B6F971-C8F3-433C-A18B-4BF509E62D26}" sibTransId="{704055F1-C1C7-4813-BC41-5E9B641A68E4}"/>
    <dgm:cxn modelId="{D9C8EF36-13D2-4F17-AECF-5E910EBC43B4}" type="presOf" srcId="{200B7789-5BFE-4C9A-AE21-A69589ECF92C}" destId="{AAE6E9A6-8E42-4288-9CD5-AA5CED1355A9}" srcOrd="0" destOrd="0" presId="urn:microsoft.com/office/officeart/2024/3/layout/hArchList1"/>
    <dgm:cxn modelId="{23A14439-E5FA-4A21-9581-DDD89C302427}" type="presOf" srcId="{08851243-48FD-4FD3-9E7F-1FD2BAF3DDA2}" destId="{9A168B8E-421B-4813-A45E-978B883AE84F}" srcOrd="0" destOrd="0" presId="urn:microsoft.com/office/officeart/2024/3/layout/hArchList1"/>
    <dgm:cxn modelId="{27F74A61-408D-44FC-8384-211CFE109958}" type="presOf" srcId="{7D203CC5-EED0-4130-AEE1-800851FD7CFD}" destId="{61C9FFDA-60C6-4203-94A0-30C9FA94968E}" srcOrd="0" destOrd="0" presId="urn:microsoft.com/office/officeart/2024/3/layout/hArchList1"/>
    <dgm:cxn modelId="{2C93D067-E285-4F1A-85F0-85F2730EECCA}" srcId="{5BEAEF09-EA25-4B3D-BA0A-C8EBB5F69AA7}" destId="{6108D6C2-D2C3-4A15-9CA9-141FE3431341}" srcOrd="1" destOrd="0" parTransId="{73D27C21-97A9-46DE-9EC9-5D9EB7030E5F}" sibTransId="{08851243-48FD-4FD3-9E7F-1FD2BAF3DDA2}"/>
    <dgm:cxn modelId="{AE711B73-9096-46BF-BA1E-14745B744F00}" srcId="{6108D6C2-D2C3-4A15-9CA9-141FE3431341}" destId="{CF02F95E-1C5D-4ED9-A071-9A4CAB84790A}" srcOrd="0" destOrd="0" parTransId="{75E33F05-AB46-4731-8C6B-4EE9FA2ED2E5}" sibTransId="{2191FD3B-9C5E-4D6A-9798-32C837F09209}"/>
    <dgm:cxn modelId="{2E21B677-F426-4489-93D7-F17322E03E1A}" type="presOf" srcId="{CF02F95E-1C5D-4ED9-A071-9A4CAB84790A}" destId="{E674BD8A-A33B-4CC0-AA3D-40CECAF77FB9}" srcOrd="0" destOrd="0" presId="urn:microsoft.com/office/officeart/2024/3/layout/hArchList1"/>
    <dgm:cxn modelId="{93378B7B-CFAD-480F-A573-3681D687672F}" type="presOf" srcId="{2CD75E0A-10D8-4112-94CC-04B4BD8EDAED}" destId="{ACFA56CF-CFFF-4CC5-9BE3-DC1AB1BFD284}" srcOrd="0" destOrd="0" presId="urn:microsoft.com/office/officeart/2024/3/layout/hArchList1"/>
    <dgm:cxn modelId="{7C3AF784-6288-4DFC-8F91-83E0B1CC2627}" type="presOf" srcId="{5BEAEF09-EA25-4B3D-BA0A-C8EBB5F69AA7}" destId="{87232CC5-0AC2-4327-B08C-64A1DE1B990C}" srcOrd="0" destOrd="0" presId="urn:microsoft.com/office/officeart/2024/3/layout/hArchList1"/>
    <dgm:cxn modelId="{93D1C299-B3DD-4CFF-A39F-357C38F3CC58}" srcId="{200B7789-5BFE-4C9A-AE21-A69589ECF92C}" destId="{1208214F-BFFD-424E-BB45-56D4A9548AF9}" srcOrd="0" destOrd="0" parTransId="{70CB094D-71F8-4FCD-AB4E-5B59D29B29DF}" sibTransId="{BD49D53F-92B2-4262-9AFC-D0511799E1F2}"/>
    <dgm:cxn modelId="{87CDA5C0-33FF-4716-BF46-FF049A6043A3}" srcId="{5BEAEF09-EA25-4B3D-BA0A-C8EBB5F69AA7}" destId="{AE0BA5AC-4EC7-4F62-8589-1ED9C03FEF57}" srcOrd="0" destOrd="0" parTransId="{407447F2-6030-4BD3-B48E-2F56A358244D}" sibTransId="{2CD75E0A-10D8-4112-94CC-04B4BD8EDAED}"/>
    <dgm:cxn modelId="{2C494CD0-96CA-4312-8237-8473ADC8C98A}" type="presOf" srcId="{6108D6C2-D2C3-4A15-9CA9-141FE3431341}" destId="{EDC7EE40-4D54-4615-BB5D-B665510581AD}" srcOrd="0" destOrd="0" presId="urn:microsoft.com/office/officeart/2024/3/layout/hArchList1"/>
    <dgm:cxn modelId="{3974476D-9261-4DC4-A138-7FA0ADF549DD}" type="presParOf" srcId="{87232CC5-0AC2-4327-B08C-64A1DE1B990C}" destId="{F45045C4-A54A-4F3B-A95F-D56A42BC56B4}" srcOrd="0" destOrd="0" presId="urn:microsoft.com/office/officeart/2024/3/layout/hArchList1"/>
    <dgm:cxn modelId="{09AA3982-B9F8-47D4-8F77-69895ACFE631}" type="presParOf" srcId="{F45045C4-A54A-4F3B-A95F-D56A42BC56B4}" destId="{9DC518C4-62BF-43F0-9C28-5CA7BA6F46AD}" srcOrd="0" destOrd="0" presId="urn:microsoft.com/office/officeart/2024/3/layout/hArchList1"/>
    <dgm:cxn modelId="{F6C2B924-EC75-4AB9-AA85-4070212305F5}" type="presParOf" srcId="{F45045C4-A54A-4F3B-A95F-D56A42BC56B4}" destId="{61C9FFDA-60C6-4203-94A0-30C9FA94968E}" srcOrd="1" destOrd="0" presId="urn:microsoft.com/office/officeart/2024/3/layout/hArchList1"/>
    <dgm:cxn modelId="{22A95305-E749-4140-BF1A-FE0C7E77049C}" type="presParOf" srcId="{87232CC5-0AC2-4327-B08C-64A1DE1B990C}" destId="{ACFA56CF-CFFF-4CC5-9BE3-DC1AB1BFD284}" srcOrd="1" destOrd="0" presId="urn:microsoft.com/office/officeart/2024/3/layout/hArchList1"/>
    <dgm:cxn modelId="{5557C8B3-34C3-492C-A8AB-74E9A901C66E}" type="presParOf" srcId="{87232CC5-0AC2-4327-B08C-64A1DE1B990C}" destId="{6E1D421D-6E90-4A4C-BB35-DBD450AD9878}" srcOrd="2" destOrd="0" presId="urn:microsoft.com/office/officeart/2024/3/layout/hArchList1"/>
    <dgm:cxn modelId="{D49B0CE1-60D3-45A1-8694-3FC8D11D65FB}" type="presParOf" srcId="{6E1D421D-6E90-4A4C-BB35-DBD450AD9878}" destId="{EDC7EE40-4D54-4615-BB5D-B665510581AD}" srcOrd="0" destOrd="0" presId="urn:microsoft.com/office/officeart/2024/3/layout/hArchList1"/>
    <dgm:cxn modelId="{E33E2D03-868A-4187-BF6F-465AF3451B5E}" type="presParOf" srcId="{6E1D421D-6E90-4A4C-BB35-DBD450AD9878}" destId="{E674BD8A-A33B-4CC0-AA3D-40CECAF77FB9}" srcOrd="1" destOrd="0" presId="urn:microsoft.com/office/officeart/2024/3/layout/hArchList1"/>
    <dgm:cxn modelId="{3B17857D-4007-44A2-AA58-1963F749F769}" type="presParOf" srcId="{87232CC5-0AC2-4327-B08C-64A1DE1B990C}" destId="{9A168B8E-421B-4813-A45E-978B883AE84F}" srcOrd="3" destOrd="0" presId="urn:microsoft.com/office/officeart/2024/3/layout/hArchList1"/>
    <dgm:cxn modelId="{01A82B22-2624-4E2D-BC69-8F55F1070CAA}" type="presParOf" srcId="{87232CC5-0AC2-4327-B08C-64A1DE1B990C}" destId="{FDB511F2-9FFA-485A-8365-A0041BDFABF8}" srcOrd="4" destOrd="0" presId="urn:microsoft.com/office/officeart/2024/3/layout/hArchList1"/>
    <dgm:cxn modelId="{B56BCB78-5864-42F7-A8A1-57A23EE7F7B3}" type="presParOf" srcId="{FDB511F2-9FFA-485A-8365-A0041BDFABF8}" destId="{AAE6E9A6-8E42-4288-9CD5-AA5CED1355A9}" srcOrd="0" destOrd="0" presId="urn:microsoft.com/office/officeart/2024/3/layout/hArchList1"/>
    <dgm:cxn modelId="{56761347-DAD7-4ADC-8A23-5341F0CE170A}" type="presParOf" srcId="{FDB511F2-9FFA-485A-8365-A0041BDFABF8}" destId="{008375BD-3C2E-4CC8-9CB1-1A2D3776FB81}"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B38D61-AF83-4EA4-83BB-0A79CB1551DD}"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3275896B-5442-4450-81B3-1C2ACF994A6D}">
      <dgm:prSet custT="1"/>
      <dgm:spPr/>
      <dgm:t>
        <a:bodyPr/>
        <a:lstStyle/>
        <a:p>
          <a:pPr>
            <a:lnSpc>
              <a:spcPct val="100000"/>
            </a:lnSpc>
          </a:pPr>
          <a:r>
            <a:rPr lang="en-US" sz="2400" dirty="0">
              <a:solidFill>
                <a:schemeClr val="bg2">
                  <a:lumMod val="90000"/>
                </a:schemeClr>
              </a:solidFill>
            </a:rPr>
            <a:t>Buyer’s Market </a:t>
          </a:r>
          <a:r>
            <a:rPr lang="en-US" sz="2000" dirty="0">
              <a:solidFill>
                <a:schemeClr val="bg2">
                  <a:lumMod val="90000"/>
                </a:schemeClr>
              </a:solidFill>
            </a:rPr>
            <a:t>is a simple </a:t>
          </a:r>
          <a:r>
            <a:rPr lang="en-US" sz="2400" dirty="0">
              <a:solidFill>
                <a:schemeClr val="bg2">
                  <a:lumMod val="90000"/>
                </a:schemeClr>
              </a:solidFill>
            </a:rPr>
            <a:t>community </a:t>
          </a:r>
          <a:r>
            <a:rPr lang="en-US" sz="2000" dirty="0">
              <a:solidFill>
                <a:schemeClr val="bg2">
                  <a:lumMod val="90000"/>
                </a:schemeClr>
              </a:solidFill>
            </a:rPr>
            <a:t>exchange</a:t>
          </a:r>
          <a:r>
            <a:rPr lang="en-US" sz="2400" dirty="0">
              <a:solidFill>
                <a:schemeClr val="bg2">
                  <a:lumMod val="90000"/>
                </a:schemeClr>
              </a:solidFill>
            </a:rPr>
            <a:t> </a:t>
          </a:r>
          <a:r>
            <a:rPr lang="en-US" sz="2000" dirty="0">
              <a:solidFill>
                <a:schemeClr val="bg2">
                  <a:lumMod val="90000"/>
                </a:schemeClr>
              </a:solidFill>
            </a:rPr>
            <a:t>platform where people can </a:t>
          </a:r>
          <a:r>
            <a:rPr lang="en-US" sz="2800" dirty="0">
              <a:solidFill>
                <a:schemeClr val="bg2">
                  <a:lumMod val="90000"/>
                </a:schemeClr>
              </a:solidFill>
            </a:rPr>
            <a:t>give</a:t>
          </a:r>
          <a:r>
            <a:rPr lang="en-US" sz="2000" dirty="0">
              <a:solidFill>
                <a:schemeClr val="bg2">
                  <a:lumMod val="90000"/>
                </a:schemeClr>
              </a:solidFill>
            </a:rPr>
            <a:t>, share, or </a:t>
          </a:r>
          <a:r>
            <a:rPr lang="en-US" sz="2400" dirty="0">
              <a:solidFill>
                <a:schemeClr val="bg2">
                  <a:lumMod val="90000"/>
                </a:schemeClr>
              </a:solidFill>
            </a:rPr>
            <a:t>request </a:t>
          </a:r>
          <a:r>
            <a:rPr lang="en-US" sz="2800" dirty="0">
              <a:solidFill>
                <a:schemeClr val="bg2">
                  <a:lumMod val="90000"/>
                </a:schemeClr>
              </a:solidFill>
            </a:rPr>
            <a:t>free</a:t>
          </a:r>
          <a:r>
            <a:rPr lang="en-US" sz="2000" dirty="0">
              <a:solidFill>
                <a:schemeClr val="bg2">
                  <a:lumMod val="90000"/>
                </a:schemeClr>
              </a:solidFill>
            </a:rPr>
            <a:t> or </a:t>
          </a:r>
          <a:r>
            <a:rPr lang="en-US" sz="2400" dirty="0">
              <a:solidFill>
                <a:schemeClr val="bg2">
                  <a:lumMod val="90000"/>
                </a:schemeClr>
              </a:solidFill>
            </a:rPr>
            <a:t>low-cost</a:t>
          </a:r>
          <a:r>
            <a:rPr lang="en-US" sz="2000" dirty="0">
              <a:solidFill>
                <a:schemeClr val="bg2">
                  <a:lumMod val="90000"/>
                </a:schemeClr>
              </a:solidFill>
            </a:rPr>
            <a:t> items.  The </a:t>
          </a:r>
          <a:r>
            <a:rPr lang="en-US" sz="2400" dirty="0">
              <a:solidFill>
                <a:schemeClr val="bg2">
                  <a:lumMod val="90000"/>
                </a:schemeClr>
              </a:solidFill>
            </a:rPr>
            <a:t>goals</a:t>
          </a:r>
          <a:r>
            <a:rPr lang="en-US" sz="2000" dirty="0">
              <a:solidFill>
                <a:schemeClr val="bg2">
                  <a:lumMod val="90000"/>
                </a:schemeClr>
              </a:solidFill>
            </a:rPr>
            <a:t> is to </a:t>
          </a:r>
          <a:r>
            <a:rPr lang="en-US" sz="2800" dirty="0">
              <a:solidFill>
                <a:schemeClr val="bg2">
                  <a:lumMod val="90000"/>
                </a:schemeClr>
              </a:solidFill>
            </a:rPr>
            <a:t>reduce</a:t>
          </a:r>
          <a:r>
            <a:rPr lang="en-US" sz="2400" dirty="0">
              <a:solidFill>
                <a:schemeClr val="bg2">
                  <a:lumMod val="90000"/>
                </a:schemeClr>
              </a:solidFill>
            </a:rPr>
            <a:t> waste</a:t>
          </a:r>
          <a:r>
            <a:rPr lang="en-US" sz="2000" dirty="0">
              <a:solidFill>
                <a:schemeClr val="bg2">
                  <a:lumMod val="90000"/>
                </a:schemeClr>
              </a:solidFill>
            </a:rPr>
            <a:t> and make </a:t>
          </a:r>
          <a:r>
            <a:rPr lang="en-US" sz="2800" dirty="0">
              <a:solidFill>
                <a:schemeClr val="bg2">
                  <a:lumMod val="90000"/>
                </a:schemeClr>
              </a:solidFill>
            </a:rPr>
            <a:t>reuse</a:t>
          </a:r>
          <a:r>
            <a:rPr lang="en-US" sz="2000" dirty="0">
              <a:solidFill>
                <a:schemeClr val="bg2">
                  <a:lumMod val="90000"/>
                </a:schemeClr>
              </a:solidFill>
            </a:rPr>
            <a:t> </a:t>
          </a:r>
          <a:r>
            <a:rPr lang="en-US" sz="2400" dirty="0">
              <a:solidFill>
                <a:schemeClr val="bg2">
                  <a:lumMod val="90000"/>
                </a:schemeClr>
              </a:solidFill>
            </a:rPr>
            <a:t>easy</a:t>
          </a:r>
          <a:r>
            <a:rPr lang="en-US" sz="2000" dirty="0">
              <a:solidFill>
                <a:schemeClr val="bg2">
                  <a:lumMod val="90000"/>
                </a:schemeClr>
              </a:solidFill>
            </a:rPr>
            <a:t> for everyone.</a:t>
          </a:r>
        </a:p>
      </dgm:t>
    </dgm:pt>
    <dgm:pt modelId="{FC39253B-13D9-44AD-BADB-ECA49A1F0418}" type="parTrans" cxnId="{D6176E39-922F-45C9-938B-E9B081A9E356}">
      <dgm:prSet/>
      <dgm:spPr/>
      <dgm:t>
        <a:bodyPr/>
        <a:lstStyle/>
        <a:p>
          <a:endParaRPr lang="en-US"/>
        </a:p>
      </dgm:t>
    </dgm:pt>
    <dgm:pt modelId="{1BE29BD7-CE14-48F1-93AD-CC4401C7E6FD}" type="sibTrans" cxnId="{D6176E39-922F-45C9-938B-E9B081A9E356}">
      <dgm:prSet/>
      <dgm:spPr/>
      <dgm:t>
        <a:bodyPr/>
        <a:lstStyle/>
        <a:p>
          <a:endParaRPr lang="en-US"/>
        </a:p>
      </dgm:t>
    </dgm:pt>
    <dgm:pt modelId="{2D1B9BC4-F38F-42C3-B162-FB86BA77BBFF}">
      <dgm:prSet/>
      <dgm:spPr/>
      <dgm:t>
        <a:bodyPr/>
        <a:lstStyle/>
        <a:p>
          <a:pPr>
            <a:lnSpc>
              <a:spcPct val="100000"/>
            </a:lnSpc>
            <a:defRPr b="1"/>
          </a:pPr>
          <a:endParaRPr lang="en-US" dirty="0">
            <a:solidFill>
              <a:schemeClr val="bg2">
                <a:lumMod val="90000"/>
              </a:schemeClr>
            </a:solidFill>
          </a:endParaRPr>
        </a:p>
      </dgm:t>
    </dgm:pt>
    <dgm:pt modelId="{DD3594F4-A55B-4889-8F69-5334C153F42D}" type="parTrans" cxnId="{8B9ACEDC-AD64-4AD1-A668-DB8D4A8D769C}">
      <dgm:prSet/>
      <dgm:spPr/>
      <dgm:t>
        <a:bodyPr/>
        <a:lstStyle/>
        <a:p>
          <a:endParaRPr lang="en-US"/>
        </a:p>
      </dgm:t>
    </dgm:pt>
    <dgm:pt modelId="{DA9B3237-D3E0-4611-8372-448EC9BCFF7F}" type="sibTrans" cxnId="{8B9ACEDC-AD64-4AD1-A668-DB8D4A8D769C}">
      <dgm:prSet/>
      <dgm:spPr/>
      <dgm:t>
        <a:bodyPr/>
        <a:lstStyle/>
        <a:p>
          <a:pPr>
            <a:lnSpc>
              <a:spcPct val="100000"/>
            </a:lnSpc>
            <a:defRPr b="1"/>
          </a:pPr>
          <a:endParaRPr lang="en-US"/>
        </a:p>
      </dgm:t>
    </dgm:pt>
    <dgm:pt modelId="{58C20C40-8C6A-42F7-B090-E35F2396057C}">
      <dgm:prSet custT="1"/>
      <dgm:spPr/>
      <dgm:t>
        <a:bodyPr/>
        <a:lstStyle/>
        <a:p>
          <a:pPr>
            <a:lnSpc>
              <a:spcPct val="100000"/>
            </a:lnSpc>
          </a:pPr>
          <a:r>
            <a:rPr lang="en-US" sz="2000" dirty="0">
              <a:solidFill>
                <a:schemeClr val="bg2">
                  <a:lumMod val="90000"/>
                </a:schemeClr>
              </a:solidFill>
            </a:rPr>
            <a:t>Our </a:t>
          </a:r>
          <a:r>
            <a:rPr lang="en-US" sz="2400" dirty="0">
              <a:solidFill>
                <a:schemeClr val="bg2">
                  <a:lumMod val="90000"/>
                </a:schemeClr>
              </a:solidFill>
            </a:rPr>
            <a:t>“client” </a:t>
          </a:r>
          <a:r>
            <a:rPr lang="en-US" sz="2000" dirty="0">
              <a:solidFill>
                <a:schemeClr val="bg2">
                  <a:lumMod val="90000"/>
                </a:schemeClr>
              </a:solidFill>
            </a:rPr>
            <a:t>represents a </a:t>
          </a:r>
          <a:r>
            <a:rPr lang="en-US" sz="2400" dirty="0">
              <a:solidFill>
                <a:schemeClr val="bg2">
                  <a:lumMod val="90000"/>
                </a:schemeClr>
              </a:solidFill>
            </a:rPr>
            <a:t>l</a:t>
          </a:r>
          <a:r>
            <a:rPr lang="en-US" sz="2800" dirty="0">
              <a:solidFill>
                <a:schemeClr val="bg2">
                  <a:lumMod val="90000"/>
                </a:schemeClr>
              </a:solidFill>
            </a:rPr>
            <a:t>ocal</a:t>
          </a:r>
          <a:r>
            <a:rPr lang="en-US" sz="2400" dirty="0">
              <a:solidFill>
                <a:schemeClr val="bg2">
                  <a:lumMod val="90000"/>
                </a:schemeClr>
              </a:solidFill>
            </a:rPr>
            <a:t> </a:t>
          </a:r>
          <a:r>
            <a:rPr lang="en-US" sz="2000" dirty="0">
              <a:solidFill>
                <a:schemeClr val="bg2">
                  <a:lumMod val="90000"/>
                </a:schemeClr>
              </a:solidFill>
            </a:rPr>
            <a:t>community group modeled after Buy Nothing and neighborhood </a:t>
          </a:r>
          <a:r>
            <a:rPr lang="en-US" sz="2400" dirty="0">
              <a:solidFill>
                <a:schemeClr val="bg2">
                  <a:lumMod val="90000"/>
                </a:schemeClr>
              </a:solidFill>
            </a:rPr>
            <a:t>freecycle</a:t>
          </a:r>
          <a:r>
            <a:rPr lang="en-US" sz="2000" dirty="0">
              <a:solidFill>
                <a:schemeClr val="bg2">
                  <a:lumMod val="90000"/>
                </a:schemeClr>
              </a:solidFill>
            </a:rPr>
            <a:t> movements.  These groups rely on </a:t>
          </a:r>
          <a:r>
            <a:rPr lang="en-US" sz="2800" dirty="0">
              <a:solidFill>
                <a:schemeClr val="bg2">
                  <a:lumMod val="90000"/>
                </a:schemeClr>
              </a:solidFill>
            </a:rPr>
            <a:t>trust</a:t>
          </a:r>
          <a:r>
            <a:rPr lang="en-US" sz="2000" dirty="0">
              <a:solidFill>
                <a:schemeClr val="bg2">
                  <a:lumMod val="90000"/>
                </a:schemeClr>
              </a:solidFill>
            </a:rPr>
            <a:t>, </a:t>
          </a:r>
          <a:r>
            <a:rPr lang="en-US" sz="2400" dirty="0">
              <a:solidFill>
                <a:schemeClr val="bg2">
                  <a:lumMod val="90000"/>
                </a:schemeClr>
              </a:solidFill>
            </a:rPr>
            <a:t>sharing</a:t>
          </a:r>
          <a:r>
            <a:rPr lang="en-US" sz="2000" dirty="0">
              <a:solidFill>
                <a:schemeClr val="bg2">
                  <a:lumMod val="90000"/>
                </a:schemeClr>
              </a:solidFill>
            </a:rPr>
            <a:t>, and accessibility.  </a:t>
          </a:r>
          <a:r>
            <a:rPr lang="en-US" sz="2400" dirty="0">
              <a:solidFill>
                <a:schemeClr val="bg2">
                  <a:lumMod val="90000"/>
                </a:schemeClr>
              </a:solidFill>
            </a:rPr>
            <a:t>Values</a:t>
          </a:r>
          <a:r>
            <a:rPr lang="en-US" sz="2000" dirty="0">
              <a:solidFill>
                <a:schemeClr val="bg2">
                  <a:lumMod val="90000"/>
                </a:schemeClr>
              </a:solidFill>
            </a:rPr>
            <a:t> that our site is designed to </a:t>
          </a:r>
          <a:r>
            <a:rPr lang="en-US" sz="2400" dirty="0">
              <a:solidFill>
                <a:schemeClr val="bg2">
                  <a:lumMod val="90000"/>
                </a:schemeClr>
              </a:solidFill>
            </a:rPr>
            <a:t>support</a:t>
          </a:r>
          <a:r>
            <a:rPr lang="en-US" sz="2000" dirty="0">
              <a:solidFill>
                <a:schemeClr val="bg2">
                  <a:lumMod val="90000"/>
                </a:schemeClr>
              </a:solidFill>
            </a:rPr>
            <a:t>.</a:t>
          </a:r>
        </a:p>
      </dgm:t>
    </dgm:pt>
    <dgm:pt modelId="{A86C95F8-15EB-48A5-B92B-44D42C42E4E8}" type="parTrans" cxnId="{627C8821-1C5A-42AB-8D06-195302275E1C}">
      <dgm:prSet/>
      <dgm:spPr/>
      <dgm:t>
        <a:bodyPr/>
        <a:lstStyle/>
        <a:p>
          <a:endParaRPr lang="en-US"/>
        </a:p>
      </dgm:t>
    </dgm:pt>
    <dgm:pt modelId="{BD38CAC2-F05A-4A50-B0EF-525316665E23}" type="sibTrans" cxnId="{627C8821-1C5A-42AB-8D06-195302275E1C}">
      <dgm:prSet/>
      <dgm:spPr/>
      <dgm:t>
        <a:bodyPr/>
        <a:lstStyle/>
        <a:p>
          <a:endParaRPr lang="en-US"/>
        </a:p>
      </dgm:t>
    </dgm:pt>
    <dgm:pt modelId="{0D200D71-EC08-43D6-A89D-FD5F70DDDBD2}">
      <dgm:prSet/>
      <dgm:spPr/>
      <dgm:t>
        <a:bodyPr/>
        <a:lstStyle/>
        <a:p>
          <a:pPr>
            <a:lnSpc>
              <a:spcPct val="100000"/>
            </a:lnSpc>
            <a:defRPr b="1"/>
          </a:pPr>
          <a:endParaRPr lang="en-US" dirty="0">
            <a:solidFill>
              <a:schemeClr val="bg2">
                <a:lumMod val="90000"/>
              </a:schemeClr>
            </a:solidFill>
          </a:endParaRPr>
        </a:p>
      </dgm:t>
    </dgm:pt>
    <dgm:pt modelId="{EFFD4564-24B1-494A-98C6-C6BFE8328608}" type="parTrans" cxnId="{8AEC1757-380E-4733-91B9-024DA06793DD}">
      <dgm:prSet/>
      <dgm:spPr/>
      <dgm:t>
        <a:bodyPr/>
        <a:lstStyle/>
        <a:p>
          <a:endParaRPr lang="en-US"/>
        </a:p>
      </dgm:t>
    </dgm:pt>
    <dgm:pt modelId="{71317AE0-7F11-4957-8935-9F66E4493D79}" type="sibTrans" cxnId="{8AEC1757-380E-4733-91B9-024DA06793DD}">
      <dgm:prSet/>
      <dgm:spPr/>
      <dgm:t>
        <a:bodyPr/>
        <a:lstStyle/>
        <a:p>
          <a:endParaRPr lang="en-US"/>
        </a:p>
      </dgm:t>
    </dgm:pt>
    <dgm:pt modelId="{D6389A2C-C837-46FF-88F3-2C6C83CCB116}">
      <dgm:prSet custT="1"/>
      <dgm:spPr/>
      <dgm:t>
        <a:bodyPr/>
        <a:lstStyle/>
        <a:p>
          <a:pPr>
            <a:lnSpc>
              <a:spcPct val="100000"/>
            </a:lnSpc>
          </a:pPr>
          <a:r>
            <a:rPr lang="en-US" sz="2000" dirty="0">
              <a:solidFill>
                <a:schemeClr val="bg2">
                  <a:lumMod val="90000"/>
                </a:schemeClr>
              </a:solidFill>
            </a:rPr>
            <a:t>We designed </a:t>
          </a:r>
          <a:r>
            <a:rPr lang="en-US" sz="2400" dirty="0">
              <a:solidFill>
                <a:schemeClr val="bg2">
                  <a:lumMod val="90000"/>
                </a:schemeClr>
              </a:solidFill>
            </a:rPr>
            <a:t>clear</a:t>
          </a:r>
          <a:r>
            <a:rPr lang="en-US" sz="2000" dirty="0">
              <a:solidFill>
                <a:schemeClr val="bg2">
                  <a:lumMod val="90000"/>
                </a:schemeClr>
              </a:solidFill>
            </a:rPr>
            <a:t>, </a:t>
          </a:r>
          <a:r>
            <a:rPr lang="en-US" sz="2800" dirty="0">
              <a:solidFill>
                <a:schemeClr val="bg2">
                  <a:lumMod val="90000"/>
                </a:schemeClr>
              </a:solidFill>
            </a:rPr>
            <a:t>intuitive</a:t>
          </a:r>
          <a:r>
            <a:rPr lang="en-US" sz="2000" dirty="0">
              <a:solidFill>
                <a:schemeClr val="bg2">
                  <a:lumMod val="90000"/>
                </a:schemeClr>
              </a:solidFill>
            </a:rPr>
            <a:t> flows for </a:t>
          </a:r>
          <a:r>
            <a:rPr lang="en-US" sz="2400" dirty="0">
              <a:solidFill>
                <a:schemeClr val="bg2">
                  <a:lumMod val="90000"/>
                </a:schemeClr>
              </a:solidFill>
            </a:rPr>
            <a:t>posting</a:t>
          </a:r>
          <a:r>
            <a:rPr lang="en-US" sz="2000" dirty="0">
              <a:solidFill>
                <a:schemeClr val="bg2">
                  <a:lumMod val="90000"/>
                </a:schemeClr>
              </a:solidFill>
            </a:rPr>
            <a:t> items, </a:t>
          </a:r>
          <a:r>
            <a:rPr lang="en-US" sz="2400" dirty="0">
              <a:solidFill>
                <a:schemeClr val="bg2">
                  <a:lumMod val="90000"/>
                </a:schemeClr>
              </a:solidFill>
            </a:rPr>
            <a:t>browsing</a:t>
          </a:r>
          <a:r>
            <a:rPr lang="en-US" sz="2000" dirty="0">
              <a:solidFill>
                <a:schemeClr val="bg2">
                  <a:lumMod val="90000"/>
                </a:schemeClr>
              </a:solidFill>
            </a:rPr>
            <a:t> listings, and receiving </a:t>
          </a:r>
          <a:r>
            <a:rPr lang="en-US" sz="2400" dirty="0">
              <a:solidFill>
                <a:schemeClr val="bg2">
                  <a:lumMod val="90000"/>
                </a:schemeClr>
              </a:solidFill>
            </a:rPr>
            <a:t>notifications</a:t>
          </a:r>
          <a:r>
            <a:rPr lang="en-US" sz="2000" dirty="0">
              <a:solidFill>
                <a:schemeClr val="bg2">
                  <a:lumMod val="90000"/>
                </a:schemeClr>
              </a:solidFill>
            </a:rPr>
            <a:t>.  Every page focuses on ease of use, </a:t>
          </a:r>
          <a:r>
            <a:rPr lang="en-US" sz="2400" dirty="0">
              <a:solidFill>
                <a:schemeClr val="bg2">
                  <a:lumMod val="90000"/>
                </a:schemeClr>
              </a:solidFill>
            </a:rPr>
            <a:t>clarity</a:t>
          </a:r>
          <a:r>
            <a:rPr lang="en-US" sz="2000" dirty="0">
              <a:solidFill>
                <a:schemeClr val="bg2">
                  <a:lumMod val="90000"/>
                </a:schemeClr>
              </a:solidFill>
            </a:rPr>
            <a:t>, and community </a:t>
          </a:r>
          <a:r>
            <a:rPr lang="en-US" sz="2400" dirty="0">
              <a:solidFill>
                <a:schemeClr val="bg2">
                  <a:lumMod val="90000"/>
                </a:schemeClr>
              </a:solidFill>
            </a:rPr>
            <a:t>connection</a:t>
          </a:r>
          <a:endParaRPr lang="en-US" sz="2000" dirty="0">
            <a:solidFill>
              <a:schemeClr val="bg2">
                <a:lumMod val="90000"/>
              </a:schemeClr>
            </a:solidFill>
          </a:endParaRPr>
        </a:p>
      </dgm:t>
    </dgm:pt>
    <dgm:pt modelId="{6D6B8B4C-8204-4337-88F7-AC86D1204826}" type="parTrans" cxnId="{620C4214-AF09-42F7-B6E5-68EA84B995C7}">
      <dgm:prSet/>
      <dgm:spPr/>
      <dgm:t>
        <a:bodyPr/>
        <a:lstStyle/>
        <a:p>
          <a:endParaRPr lang="en-US"/>
        </a:p>
      </dgm:t>
    </dgm:pt>
    <dgm:pt modelId="{207DC10E-760F-4BA7-8E69-0722EC9BC404}" type="sibTrans" cxnId="{620C4214-AF09-42F7-B6E5-68EA84B995C7}">
      <dgm:prSet/>
      <dgm:spPr/>
      <dgm:t>
        <a:bodyPr/>
        <a:lstStyle/>
        <a:p>
          <a:endParaRPr lang="en-US"/>
        </a:p>
      </dgm:t>
    </dgm:pt>
    <dgm:pt modelId="{C9038916-6DD3-4800-8B18-206748AA38E7}">
      <dgm:prSet custT="1"/>
      <dgm:spPr/>
      <dgm:t>
        <a:bodyPr/>
        <a:lstStyle/>
        <a:p>
          <a:pPr>
            <a:lnSpc>
              <a:spcPct val="100000"/>
            </a:lnSpc>
            <a:defRPr b="1"/>
          </a:pPr>
          <a:endParaRPr lang="en-US" sz="1800" dirty="0">
            <a:solidFill>
              <a:schemeClr val="bg2">
                <a:lumMod val="90000"/>
              </a:schemeClr>
            </a:solidFill>
          </a:endParaRPr>
        </a:p>
      </dgm:t>
    </dgm:pt>
    <dgm:pt modelId="{D3809FF3-E286-4159-9031-C6CAF9F76A2B}" type="sibTrans" cxnId="{48DC2772-4D17-477B-A338-E94C68AD5B66}">
      <dgm:prSet/>
      <dgm:spPr/>
      <dgm:t>
        <a:bodyPr/>
        <a:lstStyle/>
        <a:p>
          <a:pPr>
            <a:lnSpc>
              <a:spcPct val="100000"/>
            </a:lnSpc>
            <a:defRPr b="1"/>
          </a:pPr>
          <a:endParaRPr lang="en-US"/>
        </a:p>
      </dgm:t>
    </dgm:pt>
    <dgm:pt modelId="{41531EA3-5C1F-43DD-BA88-8AED7FB58EBC}" type="parTrans" cxnId="{48DC2772-4D17-477B-A338-E94C68AD5B66}">
      <dgm:prSet/>
      <dgm:spPr/>
      <dgm:t>
        <a:bodyPr/>
        <a:lstStyle/>
        <a:p>
          <a:endParaRPr lang="en-US"/>
        </a:p>
      </dgm:t>
    </dgm:pt>
    <dgm:pt modelId="{E7867A54-5520-41CE-AB1C-1DB9A533783F}" type="pres">
      <dgm:prSet presAssocID="{5DB38D61-AF83-4EA4-83BB-0A79CB1551DD}" presName="Name0" presStyleCnt="0">
        <dgm:presLayoutVars>
          <dgm:dir/>
          <dgm:resizeHandles val="exact"/>
        </dgm:presLayoutVars>
      </dgm:prSet>
      <dgm:spPr/>
    </dgm:pt>
    <dgm:pt modelId="{3A2AF5FC-68E3-4796-AC40-78F7654BA240}" type="pres">
      <dgm:prSet presAssocID="{C9038916-6DD3-4800-8B18-206748AA38E7}" presName="compNode" presStyleCnt="0"/>
      <dgm:spPr/>
    </dgm:pt>
    <dgm:pt modelId="{42F297FD-EC63-433F-A6FE-17A2AFCBAA7D}" type="pres">
      <dgm:prSet presAssocID="{C9038916-6DD3-4800-8B18-206748AA38E7}" presName="pictRect" presStyleLbl="revTx" presStyleIdx="0" presStyleCnt="6">
        <dgm:presLayoutVars>
          <dgm:chMax val="0"/>
          <dgm:bulletEnabled/>
        </dgm:presLayoutVars>
      </dgm:prSet>
      <dgm:spPr/>
    </dgm:pt>
    <dgm:pt modelId="{61465D20-0901-445B-A912-0BEE22F0AA9A}" type="pres">
      <dgm:prSet presAssocID="{C9038916-6DD3-4800-8B18-206748AA38E7}" presName="textRect" presStyleLbl="revTx" presStyleIdx="1" presStyleCnt="6" custLinFactNeighborX="0" custLinFactNeighborY="-10091">
        <dgm:presLayoutVars>
          <dgm:bulletEnabled/>
        </dgm:presLayoutVars>
      </dgm:prSet>
      <dgm:spPr/>
    </dgm:pt>
    <dgm:pt modelId="{29659034-49C6-4B91-9E17-39763007AE07}" type="pres">
      <dgm:prSet presAssocID="{D3809FF3-E286-4159-9031-C6CAF9F76A2B}" presName="sibTrans" presStyleLbl="sibTrans2D1" presStyleIdx="0" presStyleCnt="0"/>
      <dgm:spPr/>
    </dgm:pt>
    <dgm:pt modelId="{C10CCF64-2CA1-489D-8769-CDDFF4D72BD5}" type="pres">
      <dgm:prSet presAssocID="{2D1B9BC4-F38F-42C3-B162-FB86BA77BBFF}" presName="compNode" presStyleCnt="0"/>
      <dgm:spPr/>
    </dgm:pt>
    <dgm:pt modelId="{0387F0D3-8464-40FA-9AC9-1B39977E6860}" type="pres">
      <dgm:prSet presAssocID="{2D1B9BC4-F38F-42C3-B162-FB86BA77BBFF}" presName="pictRect" presStyleLbl="revTx" presStyleIdx="2" presStyleCnt="6">
        <dgm:presLayoutVars>
          <dgm:chMax val="0"/>
          <dgm:bulletEnabled/>
        </dgm:presLayoutVars>
      </dgm:prSet>
      <dgm:spPr/>
    </dgm:pt>
    <dgm:pt modelId="{4A7B17E2-8FB1-4AE7-ABBF-9454DFF6F2E5}" type="pres">
      <dgm:prSet presAssocID="{2D1B9BC4-F38F-42C3-B162-FB86BA77BBFF}" presName="textRect" presStyleLbl="revTx" presStyleIdx="3" presStyleCnt="6" custLinFactNeighborX="-2770" custLinFactNeighborY="-9687">
        <dgm:presLayoutVars>
          <dgm:bulletEnabled/>
        </dgm:presLayoutVars>
      </dgm:prSet>
      <dgm:spPr/>
    </dgm:pt>
    <dgm:pt modelId="{A001C466-B795-4C82-8324-F7C2617294C8}" type="pres">
      <dgm:prSet presAssocID="{DA9B3237-D3E0-4611-8372-448EC9BCFF7F}" presName="sibTrans" presStyleLbl="sibTrans2D1" presStyleIdx="0" presStyleCnt="0"/>
      <dgm:spPr/>
    </dgm:pt>
    <dgm:pt modelId="{B3CE65BA-365A-4EB7-A70B-C446E8C68260}" type="pres">
      <dgm:prSet presAssocID="{0D200D71-EC08-43D6-A89D-FD5F70DDDBD2}" presName="compNode" presStyleCnt="0"/>
      <dgm:spPr/>
    </dgm:pt>
    <dgm:pt modelId="{89D42393-34D6-4D28-88BA-62D4B9D9B38E}" type="pres">
      <dgm:prSet presAssocID="{0D200D71-EC08-43D6-A89D-FD5F70DDDBD2}" presName="pictRect" presStyleLbl="revTx" presStyleIdx="4" presStyleCnt="6">
        <dgm:presLayoutVars>
          <dgm:chMax val="0"/>
          <dgm:bulletEnabled/>
        </dgm:presLayoutVars>
      </dgm:prSet>
      <dgm:spPr/>
    </dgm:pt>
    <dgm:pt modelId="{D2B0D22B-A6ED-412E-A7BA-FEF15CB23609}" type="pres">
      <dgm:prSet presAssocID="{0D200D71-EC08-43D6-A89D-FD5F70DDDBD2}" presName="textRect" presStyleLbl="revTx" presStyleIdx="5" presStyleCnt="6" custLinFactNeighborY="-10091">
        <dgm:presLayoutVars>
          <dgm:bulletEnabled/>
        </dgm:presLayoutVars>
      </dgm:prSet>
      <dgm:spPr/>
    </dgm:pt>
  </dgm:ptLst>
  <dgm:cxnLst>
    <dgm:cxn modelId="{620C4214-AF09-42F7-B6E5-68EA84B995C7}" srcId="{0D200D71-EC08-43D6-A89D-FD5F70DDDBD2}" destId="{D6389A2C-C837-46FF-88F3-2C6C83CCB116}" srcOrd="0" destOrd="0" parTransId="{6D6B8B4C-8204-4337-88F7-AC86D1204826}" sibTransId="{207DC10E-760F-4BA7-8E69-0722EC9BC404}"/>
    <dgm:cxn modelId="{627C8821-1C5A-42AB-8D06-195302275E1C}" srcId="{2D1B9BC4-F38F-42C3-B162-FB86BA77BBFF}" destId="{58C20C40-8C6A-42F7-B090-E35F2396057C}" srcOrd="0" destOrd="0" parTransId="{A86C95F8-15EB-48A5-B92B-44D42C42E4E8}" sibTransId="{BD38CAC2-F05A-4A50-B0EF-525316665E23}"/>
    <dgm:cxn modelId="{D6176E39-922F-45C9-938B-E9B081A9E356}" srcId="{C9038916-6DD3-4800-8B18-206748AA38E7}" destId="{3275896B-5442-4450-81B3-1C2ACF994A6D}" srcOrd="0" destOrd="0" parTransId="{FC39253B-13D9-44AD-BADB-ECA49A1F0418}" sibTransId="{1BE29BD7-CE14-48F1-93AD-CC4401C7E6FD}"/>
    <dgm:cxn modelId="{5C7FA163-7937-4582-9C50-697059E113D7}" type="presOf" srcId="{2D1B9BC4-F38F-42C3-B162-FB86BA77BBFF}" destId="{0387F0D3-8464-40FA-9AC9-1B39977E6860}" srcOrd="0" destOrd="0" presId="urn:microsoft.com/office/officeart/2024/3/layout/hArchList1"/>
    <dgm:cxn modelId="{A9E4AA44-733E-4A8D-B256-A613EF25E69A}" type="presOf" srcId="{58C20C40-8C6A-42F7-B090-E35F2396057C}" destId="{4A7B17E2-8FB1-4AE7-ABBF-9454DFF6F2E5}" srcOrd="0" destOrd="0" presId="urn:microsoft.com/office/officeart/2024/3/layout/hArchList1"/>
    <dgm:cxn modelId="{16CC2950-F7FB-440D-BF48-438E7532EC5A}" type="presOf" srcId="{D6389A2C-C837-46FF-88F3-2C6C83CCB116}" destId="{D2B0D22B-A6ED-412E-A7BA-FEF15CB23609}" srcOrd="0" destOrd="0" presId="urn:microsoft.com/office/officeart/2024/3/layout/hArchList1"/>
    <dgm:cxn modelId="{A7AB3951-7339-42DA-9D67-E6D3DDBFE516}" type="presOf" srcId="{C9038916-6DD3-4800-8B18-206748AA38E7}" destId="{42F297FD-EC63-433F-A6FE-17A2AFCBAA7D}" srcOrd="0" destOrd="0" presId="urn:microsoft.com/office/officeart/2024/3/layout/hArchList1"/>
    <dgm:cxn modelId="{48DC2772-4D17-477B-A338-E94C68AD5B66}" srcId="{5DB38D61-AF83-4EA4-83BB-0A79CB1551DD}" destId="{C9038916-6DD3-4800-8B18-206748AA38E7}" srcOrd="0" destOrd="0" parTransId="{41531EA3-5C1F-43DD-BA88-8AED7FB58EBC}" sibTransId="{D3809FF3-E286-4159-9031-C6CAF9F76A2B}"/>
    <dgm:cxn modelId="{8AEC1757-380E-4733-91B9-024DA06793DD}" srcId="{5DB38D61-AF83-4EA4-83BB-0A79CB1551DD}" destId="{0D200D71-EC08-43D6-A89D-FD5F70DDDBD2}" srcOrd="2" destOrd="0" parTransId="{EFFD4564-24B1-494A-98C6-C6BFE8328608}" sibTransId="{71317AE0-7F11-4957-8935-9F66E4493D79}"/>
    <dgm:cxn modelId="{97B46EA3-E3A9-405E-8B86-3EA5182A0C25}" type="presOf" srcId="{D3809FF3-E286-4159-9031-C6CAF9F76A2B}" destId="{29659034-49C6-4B91-9E17-39763007AE07}" srcOrd="0" destOrd="0" presId="urn:microsoft.com/office/officeart/2024/3/layout/hArchList1"/>
    <dgm:cxn modelId="{7E26D8AC-1498-4E1D-A387-9D9FF2A349A1}" type="presOf" srcId="{0D200D71-EC08-43D6-A89D-FD5F70DDDBD2}" destId="{89D42393-34D6-4D28-88BA-62D4B9D9B38E}" srcOrd="0" destOrd="0" presId="urn:microsoft.com/office/officeart/2024/3/layout/hArchList1"/>
    <dgm:cxn modelId="{8B9ACEDC-AD64-4AD1-A668-DB8D4A8D769C}" srcId="{5DB38D61-AF83-4EA4-83BB-0A79CB1551DD}" destId="{2D1B9BC4-F38F-42C3-B162-FB86BA77BBFF}" srcOrd="1" destOrd="0" parTransId="{DD3594F4-A55B-4889-8F69-5334C153F42D}" sibTransId="{DA9B3237-D3E0-4611-8372-448EC9BCFF7F}"/>
    <dgm:cxn modelId="{E3E87DE9-9617-4592-87F5-EB5CBB4ECD87}" type="presOf" srcId="{5DB38D61-AF83-4EA4-83BB-0A79CB1551DD}" destId="{E7867A54-5520-41CE-AB1C-1DB9A533783F}" srcOrd="0" destOrd="0" presId="urn:microsoft.com/office/officeart/2024/3/layout/hArchList1"/>
    <dgm:cxn modelId="{6BECF1E9-4019-4451-BE7F-943C98138DB8}" type="presOf" srcId="{3275896B-5442-4450-81B3-1C2ACF994A6D}" destId="{61465D20-0901-445B-A912-0BEE22F0AA9A}" srcOrd="0" destOrd="0" presId="urn:microsoft.com/office/officeart/2024/3/layout/hArchList1"/>
    <dgm:cxn modelId="{687700EA-CD68-42C4-B83B-B3C466F6F439}" type="presOf" srcId="{DA9B3237-D3E0-4611-8372-448EC9BCFF7F}" destId="{A001C466-B795-4C82-8324-F7C2617294C8}" srcOrd="0" destOrd="0" presId="urn:microsoft.com/office/officeart/2024/3/layout/hArchList1"/>
    <dgm:cxn modelId="{538B7A03-C689-4296-8455-357919CFB33F}" type="presParOf" srcId="{E7867A54-5520-41CE-AB1C-1DB9A533783F}" destId="{3A2AF5FC-68E3-4796-AC40-78F7654BA240}" srcOrd="0" destOrd="0" presId="urn:microsoft.com/office/officeart/2024/3/layout/hArchList1"/>
    <dgm:cxn modelId="{09244C1D-1749-4E75-9B22-19DB8A39B2EB}" type="presParOf" srcId="{3A2AF5FC-68E3-4796-AC40-78F7654BA240}" destId="{42F297FD-EC63-433F-A6FE-17A2AFCBAA7D}" srcOrd="0" destOrd="0" presId="urn:microsoft.com/office/officeart/2024/3/layout/hArchList1"/>
    <dgm:cxn modelId="{06BD6D7F-CEC7-410D-A1FF-BD40A535E135}" type="presParOf" srcId="{3A2AF5FC-68E3-4796-AC40-78F7654BA240}" destId="{61465D20-0901-445B-A912-0BEE22F0AA9A}" srcOrd="1" destOrd="0" presId="urn:microsoft.com/office/officeart/2024/3/layout/hArchList1"/>
    <dgm:cxn modelId="{66BE2B6C-09CB-4D48-A8AD-AFBB3B88A98A}" type="presParOf" srcId="{E7867A54-5520-41CE-AB1C-1DB9A533783F}" destId="{29659034-49C6-4B91-9E17-39763007AE07}" srcOrd="1" destOrd="0" presId="urn:microsoft.com/office/officeart/2024/3/layout/hArchList1"/>
    <dgm:cxn modelId="{14D6CCBF-E9D5-4C9C-AC95-4CB05D28B1A8}" type="presParOf" srcId="{E7867A54-5520-41CE-AB1C-1DB9A533783F}" destId="{C10CCF64-2CA1-489D-8769-CDDFF4D72BD5}" srcOrd="2" destOrd="0" presId="urn:microsoft.com/office/officeart/2024/3/layout/hArchList1"/>
    <dgm:cxn modelId="{BA18A427-ECE3-4FCD-8EC1-EAB19906164D}" type="presParOf" srcId="{C10CCF64-2CA1-489D-8769-CDDFF4D72BD5}" destId="{0387F0D3-8464-40FA-9AC9-1B39977E6860}" srcOrd="0" destOrd="0" presId="urn:microsoft.com/office/officeart/2024/3/layout/hArchList1"/>
    <dgm:cxn modelId="{333A5CF7-D59D-4BC9-9B6B-24D9DD47FEAF}" type="presParOf" srcId="{C10CCF64-2CA1-489D-8769-CDDFF4D72BD5}" destId="{4A7B17E2-8FB1-4AE7-ABBF-9454DFF6F2E5}" srcOrd="1" destOrd="0" presId="urn:microsoft.com/office/officeart/2024/3/layout/hArchList1"/>
    <dgm:cxn modelId="{6A6A0F3E-A968-47D9-B18E-1D762A1419F9}" type="presParOf" srcId="{E7867A54-5520-41CE-AB1C-1DB9A533783F}" destId="{A001C466-B795-4C82-8324-F7C2617294C8}" srcOrd="3" destOrd="0" presId="urn:microsoft.com/office/officeart/2024/3/layout/hArchList1"/>
    <dgm:cxn modelId="{719E846C-9450-4E17-9E3F-7EB2F9B55A9E}" type="presParOf" srcId="{E7867A54-5520-41CE-AB1C-1DB9A533783F}" destId="{B3CE65BA-365A-4EB7-A70B-C446E8C68260}" srcOrd="4" destOrd="0" presId="urn:microsoft.com/office/officeart/2024/3/layout/hArchList1"/>
    <dgm:cxn modelId="{FE54B2C7-1934-4754-A9C6-ADEB7CCC28CE}" type="presParOf" srcId="{B3CE65BA-365A-4EB7-A70B-C446E8C68260}" destId="{89D42393-34D6-4D28-88BA-62D4B9D9B38E}" srcOrd="0" destOrd="0" presId="urn:microsoft.com/office/officeart/2024/3/layout/hArchList1"/>
    <dgm:cxn modelId="{FF80C24C-E829-49EE-BEC4-87CF2CB796AE}" type="presParOf" srcId="{B3CE65BA-365A-4EB7-A70B-C446E8C68260}" destId="{D2B0D22B-A6ED-412E-A7BA-FEF15CB23609}"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5B97BA9-C35F-43EB-B004-6009BC30C5CF}"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B898E45-C2FF-447F-9C36-CF1BB55C5E4F}">
      <dgm:prSet/>
      <dgm:spPr/>
      <dgm:t>
        <a:bodyPr/>
        <a:lstStyle/>
        <a:p>
          <a:pPr>
            <a:lnSpc>
              <a:spcPct val="100000"/>
            </a:lnSpc>
            <a:defRPr b="1"/>
          </a:pPr>
          <a:endParaRPr lang="en-US" dirty="0">
            <a:solidFill>
              <a:schemeClr val="bg2">
                <a:lumMod val="90000"/>
              </a:schemeClr>
            </a:solidFill>
          </a:endParaRPr>
        </a:p>
      </dgm:t>
    </dgm:pt>
    <dgm:pt modelId="{28E55667-C50A-4E10-AC01-0723A900306B}" type="parTrans" cxnId="{85B55FEC-D123-41A8-BFB8-48A98CCC65E0}">
      <dgm:prSet/>
      <dgm:spPr/>
      <dgm:t>
        <a:bodyPr/>
        <a:lstStyle/>
        <a:p>
          <a:endParaRPr lang="en-US"/>
        </a:p>
      </dgm:t>
    </dgm:pt>
    <dgm:pt modelId="{7843F903-1737-42E2-B18F-BDC7D24ECA4C}" type="sibTrans" cxnId="{85B55FEC-D123-41A8-BFB8-48A98CCC65E0}">
      <dgm:prSet/>
      <dgm:spPr/>
      <dgm:t>
        <a:bodyPr/>
        <a:lstStyle/>
        <a:p>
          <a:pPr>
            <a:lnSpc>
              <a:spcPct val="100000"/>
            </a:lnSpc>
            <a:defRPr b="1"/>
          </a:pPr>
          <a:endParaRPr lang="en-US"/>
        </a:p>
      </dgm:t>
    </dgm:pt>
    <dgm:pt modelId="{82AF817D-B27F-4F99-9557-C979DEB74F93}">
      <dgm:prSet custT="1"/>
      <dgm:spPr/>
      <dgm:t>
        <a:bodyPr/>
        <a:lstStyle/>
        <a:p>
          <a:pPr>
            <a:lnSpc>
              <a:spcPct val="100000"/>
            </a:lnSpc>
          </a:pPr>
          <a:r>
            <a:rPr lang="en-US" sz="2000" dirty="0">
              <a:solidFill>
                <a:schemeClr val="bg2">
                  <a:lumMod val="90000"/>
                </a:schemeClr>
              </a:solidFill>
            </a:rPr>
            <a:t>We worked well </a:t>
          </a:r>
          <a:r>
            <a:rPr lang="en-US" sz="2400" dirty="0">
              <a:solidFill>
                <a:schemeClr val="bg2">
                  <a:lumMod val="90000"/>
                </a:schemeClr>
              </a:solidFill>
            </a:rPr>
            <a:t>together</a:t>
          </a:r>
          <a:r>
            <a:rPr lang="en-US" sz="2000" dirty="0">
              <a:solidFill>
                <a:schemeClr val="bg2">
                  <a:lumMod val="90000"/>
                </a:schemeClr>
              </a:solidFill>
            </a:rPr>
            <a:t> and stayed </a:t>
          </a:r>
          <a:r>
            <a:rPr lang="en-US" sz="2400" dirty="0">
              <a:solidFill>
                <a:schemeClr val="bg2">
                  <a:lumMod val="90000"/>
                </a:schemeClr>
              </a:solidFill>
            </a:rPr>
            <a:t>connected</a:t>
          </a:r>
          <a:r>
            <a:rPr lang="en-US" sz="2000" dirty="0">
              <a:solidFill>
                <a:schemeClr val="bg2">
                  <a:lumMod val="90000"/>
                </a:schemeClr>
              </a:solidFill>
            </a:rPr>
            <a:t> throughout the project.  Clear </a:t>
          </a:r>
          <a:r>
            <a:rPr lang="en-US" sz="2400" dirty="0">
              <a:solidFill>
                <a:schemeClr val="bg2">
                  <a:lumMod val="90000"/>
                </a:schemeClr>
              </a:solidFill>
            </a:rPr>
            <a:t>communication</a:t>
          </a:r>
          <a:r>
            <a:rPr lang="en-US" sz="2000" dirty="0">
              <a:solidFill>
                <a:schemeClr val="bg2">
                  <a:lumMod val="90000"/>
                </a:schemeClr>
              </a:solidFill>
            </a:rPr>
            <a:t> and shared responsibilities helped us move from early drafts to a working MVP.</a:t>
          </a:r>
        </a:p>
      </dgm:t>
    </dgm:pt>
    <dgm:pt modelId="{CDC1C6B9-8116-4F9B-A554-0B2E13F7862F}" type="parTrans" cxnId="{8735020E-955F-4066-8B89-2BF45102042F}">
      <dgm:prSet/>
      <dgm:spPr/>
      <dgm:t>
        <a:bodyPr/>
        <a:lstStyle/>
        <a:p>
          <a:endParaRPr lang="en-US"/>
        </a:p>
      </dgm:t>
    </dgm:pt>
    <dgm:pt modelId="{2C404937-9AF7-46DC-86B3-F1B90FE2FA66}" type="sibTrans" cxnId="{8735020E-955F-4066-8B89-2BF45102042F}">
      <dgm:prSet/>
      <dgm:spPr/>
      <dgm:t>
        <a:bodyPr/>
        <a:lstStyle/>
        <a:p>
          <a:endParaRPr lang="en-US"/>
        </a:p>
      </dgm:t>
    </dgm:pt>
    <dgm:pt modelId="{5E013AD4-773A-4521-BD62-61800C4C2845}">
      <dgm:prSet/>
      <dgm:spPr/>
      <dgm:t>
        <a:bodyPr/>
        <a:lstStyle/>
        <a:p>
          <a:pPr>
            <a:lnSpc>
              <a:spcPct val="100000"/>
            </a:lnSpc>
            <a:defRPr b="1"/>
          </a:pPr>
          <a:endParaRPr lang="en-US" dirty="0">
            <a:solidFill>
              <a:schemeClr val="bg2">
                <a:lumMod val="90000"/>
              </a:schemeClr>
            </a:solidFill>
          </a:endParaRPr>
        </a:p>
      </dgm:t>
    </dgm:pt>
    <dgm:pt modelId="{9622286F-C730-449D-958E-A7820D45CDA8}" type="parTrans" cxnId="{D2AC0445-10FC-4336-88E1-872BD89A8CEE}">
      <dgm:prSet/>
      <dgm:spPr/>
      <dgm:t>
        <a:bodyPr/>
        <a:lstStyle/>
        <a:p>
          <a:endParaRPr lang="en-US"/>
        </a:p>
      </dgm:t>
    </dgm:pt>
    <dgm:pt modelId="{1067C88B-ABA2-4DFD-9440-C87C5E6E0F03}" type="sibTrans" cxnId="{D2AC0445-10FC-4336-88E1-872BD89A8CEE}">
      <dgm:prSet/>
      <dgm:spPr/>
      <dgm:t>
        <a:bodyPr/>
        <a:lstStyle/>
        <a:p>
          <a:pPr>
            <a:lnSpc>
              <a:spcPct val="100000"/>
            </a:lnSpc>
            <a:defRPr b="1"/>
          </a:pPr>
          <a:endParaRPr lang="en-US"/>
        </a:p>
      </dgm:t>
    </dgm:pt>
    <dgm:pt modelId="{FF7596E7-A826-4B4C-880C-71550816F9A0}">
      <dgm:prSet custT="1"/>
      <dgm:spPr/>
      <dgm:t>
        <a:bodyPr/>
        <a:lstStyle/>
        <a:p>
          <a:pPr>
            <a:lnSpc>
              <a:spcPct val="100000"/>
            </a:lnSpc>
          </a:pPr>
          <a:r>
            <a:rPr lang="en-US" sz="2000" dirty="0">
              <a:solidFill>
                <a:schemeClr val="bg2">
                  <a:lumMod val="90000"/>
                </a:schemeClr>
              </a:solidFill>
            </a:rPr>
            <a:t>Everyone </a:t>
          </a:r>
          <a:r>
            <a:rPr lang="en-US" sz="2400" dirty="0">
              <a:solidFill>
                <a:schemeClr val="bg2">
                  <a:lumMod val="90000"/>
                </a:schemeClr>
              </a:solidFill>
            </a:rPr>
            <a:t>contributed</a:t>
          </a:r>
          <a:r>
            <a:rPr lang="en-US" sz="2000" dirty="0">
              <a:solidFill>
                <a:schemeClr val="bg2">
                  <a:lumMod val="90000"/>
                </a:schemeClr>
              </a:solidFill>
            </a:rPr>
            <a:t> in different ways from building pages, organizing structure, </a:t>
          </a:r>
          <a:r>
            <a:rPr lang="en-US" sz="2400" dirty="0">
              <a:solidFill>
                <a:schemeClr val="bg2">
                  <a:lumMod val="90000"/>
                </a:schemeClr>
              </a:solidFill>
            </a:rPr>
            <a:t>refining</a:t>
          </a:r>
          <a:r>
            <a:rPr lang="en-US" sz="2000" dirty="0">
              <a:solidFill>
                <a:schemeClr val="bg2">
                  <a:lumMod val="90000"/>
                </a:schemeClr>
              </a:solidFill>
            </a:rPr>
            <a:t> styles to helping shape the </a:t>
          </a:r>
          <a:r>
            <a:rPr lang="en-US" sz="2400" dirty="0">
              <a:solidFill>
                <a:schemeClr val="bg2">
                  <a:lumMod val="90000"/>
                </a:schemeClr>
              </a:solidFill>
            </a:rPr>
            <a:t>flow</a:t>
          </a:r>
          <a:r>
            <a:rPr lang="en-US" sz="2000" dirty="0">
              <a:solidFill>
                <a:schemeClr val="bg2">
                  <a:lumMod val="90000"/>
                </a:schemeClr>
              </a:solidFill>
            </a:rPr>
            <a:t> of the site.  Our combined efforts created a </a:t>
          </a:r>
          <a:r>
            <a:rPr lang="en-US" sz="2400" dirty="0">
              <a:solidFill>
                <a:schemeClr val="bg2">
                  <a:lumMod val="90000"/>
                </a:schemeClr>
              </a:solidFill>
            </a:rPr>
            <a:t>foundation</a:t>
          </a:r>
          <a:r>
            <a:rPr lang="en-US" sz="2000" dirty="0">
              <a:solidFill>
                <a:schemeClr val="bg2">
                  <a:lumMod val="90000"/>
                </a:schemeClr>
              </a:solidFill>
            </a:rPr>
            <a:t> we can continue improving.</a:t>
          </a:r>
        </a:p>
      </dgm:t>
    </dgm:pt>
    <dgm:pt modelId="{3CDE8079-353C-4A09-B4FB-9B1AC37BA946}" type="parTrans" cxnId="{A92C0F29-6FF5-4999-B168-2AE52BCA51C2}">
      <dgm:prSet/>
      <dgm:spPr/>
      <dgm:t>
        <a:bodyPr/>
        <a:lstStyle/>
        <a:p>
          <a:endParaRPr lang="en-US"/>
        </a:p>
      </dgm:t>
    </dgm:pt>
    <dgm:pt modelId="{510511B4-3623-46A3-B156-0A54C47CF812}" type="sibTrans" cxnId="{A92C0F29-6FF5-4999-B168-2AE52BCA51C2}">
      <dgm:prSet/>
      <dgm:spPr/>
      <dgm:t>
        <a:bodyPr/>
        <a:lstStyle/>
        <a:p>
          <a:endParaRPr lang="en-US"/>
        </a:p>
      </dgm:t>
    </dgm:pt>
    <dgm:pt modelId="{FFAD827A-7796-4E14-95BB-F6D3D56BAAE2}">
      <dgm:prSet/>
      <dgm:spPr/>
      <dgm:t>
        <a:bodyPr/>
        <a:lstStyle/>
        <a:p>
          <a:pPr>
            <a:lnSpc>
              <a:spcPct val="100000"/>
            </a:lnSpc>
            <a:defRPr b="1"/>
          </a:pPr>
          <a:endParaRPr lang="en-US" dirty="0">
            <a:solidFill>
              <a:schemeClr val="bg2">
                <a:lumMod val="90000"/>
              </a:schemeClr>
            </a:solidFill>
          </a:endParaRPr>
        </a:p>
      </dgm:t>
    </dgm:pt>
    <dgm:pt modelId="{F900EA4D-307C-4466-BDB7-6B0FDF54ABB3}" type="parTrans" cxnId="{1CEEA75A-8E24-4C44-89F2-F7534D4C4CB9}">
      <dgm:prSet/>
      <dgm:spPr/>
      <dgm:t>
        <a:bodyPr/>
        <a:lstStyle/>
        <a:p>
          <a:endParaRPr lang="en-US"/>
        </a:p>
      </dgm:t>
    </dgm:pt>
    <dgm:pt modelId="{DC036407-4075-4DD5-AEF3-86A635FAEA0F}" type="sibTrans" cxnId="{1CEEA75A-8E24-4C44-89F2-F7534D4C4CB9}">
      <dgm:prSet/>
      <dgm:spPr/>
      <dgm:t>
        <a:bodyPr/>
        <a:lstStyle/>
        <a:p>
          <a:endParaRPr lang="en-US"/>
        </a:p>
      </dgm:t>
    </dgm:pt>
    <dgm:pt modelId="{408A8340-8818-444D-A0F3-18F4678A6921}">
      <dgm:prSet custT="1"/>
      <dgm:spPr/>
      <dgm:t>
        <a:bodyPr/>
        <a:lstStyle/>
        <a:p>
          <a:pPr>
            <a:lnSpc>
              <a:spcPct val="100000"/>
            </a:lnSpc>
          </a:pPr>
          <a:r>
            <a:rPr lang="en-US" sz="2000" dirty="0">
              <a:solidFill>
                <a:schemeClr val="bg2">
                  <a:lumMod val="90000"/>
                </a:schemeClr>
              </a:solidFill>
            </a:rPr>
            <a:t>Going </a:t>
          </a:r>
          <a:r>
            <a:rPr lang="en-US" sz="2400" dirty="0">
              <a:solidFill>
                <a:schemeClr val="bg2">
                  <a:lumMod val="90000"/>
                </a:schemeClr>
              </a:solidFill>
            </a:rPr>
            <a:t>forward</a:t>
          </a:r>
          <a:r>
            <a:rPr lang="en-US" sz="2000" dirty="0">
              <a:solidFill>
                <a:schemeClr val="bg2">
                  <a:lumMod val="90000"/>
                </a:schemeClr>
              </a:solidFill>
            </a:rPr>
            <a:t>, we plan to </a:t>
          </a:r>
          <a:r>
            <a:rPr lang="en-US" sz="2400" dirty="0">
              <a:solidFill>
                <a:schemeClr val="bg2">
                  <a:lumMod val="90000"/>
                </a:schemeClr>
              </a:solidFill>
            </a:rPr>
            <a:t>enhance</a:t>
          </a:r>
          <a:r>
            <a:rPr lang="en-US" sz="2000" dirty="0">
              <a:solidFill>
                <a:schemeClr val="bg2">
                  <a:lumMod val="90000"/>
                </a:schemeClr>
              </a:solidFill>
            </a:rPr>
            <a:t> responsiveness, </a:t>
          </a:r>
          <a:r>
            <a:rPr lang="en-US" sz="2400" dirty="0">
              <a:solidFill>
                <a:schemeClr val="bg2">
                  <a:lumMod val="90000"/>
                </a:schemeClr>
              </a:solidFill>
            </a:rPr>
            <a:t>refine</a:t>
          </a:r>
          <a:r>
            <a:rPr lang="en-US" sz="2000" dirty="0">
              <a:solidFill>
                <a:schemeClr val="bg2">
                  <a:lumMod val="90000"/>
                </a:schemeClr>
              </a:solidFill>
            </a:rPr>
            <a:t> layouts, and add new </a:t>
          </a:r>
          <a:r>
            <a:rPr lang="en-US" sz="2800" dirty="0">
              <a:solidFill>
                <a:schemeClr val="bg2">
                  <a:lumMod val="90000"/>
                </a:schemeClr>
              </a:solidFill>
            </a:rPr>
            <a:t>features</a:t>
          </a:r>
          <a:r>
            <a:rPr lang="en-US" sz="2000" dirty="0">
              <a:solidFill>
                <a:schemeClr val="bg2">
                  <a:lumMod val="90000"/>
                </a:schemeClr>
              </a:solidFill>
            </a:rPr>
            <a:t> such as??We also hope to gather feedback and make the site </a:t>
          </a:r>
          <a:r>
            <a:rPr lang="en-US" sz="2400" dirty="0">
              <a:solidFill>
                <a:schemeClr val="bg2">
                  <a:lumMod val="90000"/>
                </a:schemeClr>
              </a:solidFill>
            </a:rPr>
            <a:t>even more intuitive</a:t>
          </a:r>
          <a:r>
            <a:rPr lang="en-US" sz="2000" dirty="0">
              <a:solidFill>
                <a:schemeClr val="bg2">
                  <a:lumMod val="90000"/>
                </a:schemeClr>
              </a:solidFill>
            </a:rPr>
            <a:t>.</a:t>
          </a:r>
        </a:p>
      </dgm:t>
    </dgm:pt>
    <dgm:pt modelId="{146853DC-8857-479F-BF69-9E065B1223B7}" type="parTrans" cxnId="{0FFB1314-DE7C-409E-BBFD-B97BDF52D18A}">
      <dgm:prSet/>
      <dgm:spPr/>
      <dgm:t>
        <a:bodyPr/>
        <a:lstStyle/>
        <a:p>
          <a:endParaRPr lang="en-US"/>
        </a:p>
      </dgm:t>
    </dgm:pt>
    <dgm:pt modelId="{49768488-60E4-4052-B870-BE0D7C39FEF4}" type="sibTrans" cxnId="{0FFB1314-DE7C-409E-BBFD-B97BDF52D18A}">
      <dgm:prSet/>
      <dgm:spPr/>
      <dgm:t>
        <a:bodyPr/>
        <a:lstStyle/>
        <a:p>
          <a:endParaRPr lang="en-US"/>
        </a:p>
      </dgm:t>
    </dgm:pt>
    <dgm:pt modelId="{BC62E1C8-A15D-4843-B760-5D0B4BA005A7}" type="pres">
      <dgm:prSet presAssocID="{B5B97BA9-C35F-43EB-B004-6009BC30C5CF}" presName="Name0" presStyleCnt="0">
        <dgm:presLayoutVars>
          <dgm:dir/>
          <dgm:resizeHandles val="exact"/>
        </dgm:presLayoutVars>
      </dgm:prSet>
      <dgm:spPr/>
    </dgm:pt>
    <dgm:pt modelId="{5BE87728-9B47-479A-B06E-977544766BF8}" type="pres">
      <dgm:prSet presAssocID="{1B898E45-C2FF-447F-9C36-CF1BB55C5E4F}" presName="compNode" presStyleCnt="0"/>
      <dgm:spPr/>
    </dgm:pt>
    <dgm:pt modelId="{599A9F1E-4C8C-43D8-9A76-F3B6FCD2EBDF}" type="pres">
      <dgm:prSet presAssocID="{1B898E45-C2FF-447F-9C36-CF1BB55C5E4F}" presName="pictRect" presStyleLbl="revTx" presStyleIdx="0" presStyleCnt="6">
        <dgm:presLayoutVars>
          <dgm:chMax val="0"/>
          <dgm:bulletEnabled/>
        </dgm:presLayoutVars>
      </dgm:prSet>
      <dgm:spPr/>
    </dgm:pt>
    <dgm:pt modelId="{32492CF1-8497-4723-849C-76F420E32A3F}" type="pres">
      <dgm:prSet presAssocID="{1B898E45-C2FF-447F-9C36-CF1BB55C5E4F}" presName="textRect" presStyleLbl="revTx" presStyleIdx="1" presStyleCnt="6" custLinFactNeighborX="0" custLinFactNeighborY="-10091">
        <dgm:presLayoutVars>
          <dgm:bulletEnabled/>
        </dgm:presLayoutVars>
      </dgm:prSet>
      <dgm:spPr/>
    </dgm:pt>
    <dgm:pt modelId="{869B6AE1-AA15-46B8-9051-30233CB80BF5}" type="pres">
      <dgm:prSet presAssocID="{7843F903-1737-42E2-B18F-BDC7D24ECA4C}" presName="sibTrans" presStyleLbl="sibTrans2D1" presStyleIdx="0" presStyleCnt="0"/>
      <dgm:spPr/>
    </dgm:pt>
    <dgm:pt modelId="{50BA6368-FA78-47F0-B94B-3F323F145B32}" type="pres">
      <dgm:prSet presAssocID="{5E013AD4-773A-4521-BD62-61800C4C2845}" presName="compNode" presStyleCnt="0"/>
      <dgm:spPr/>
    </dgm:pt>
    <dgm:pt modelId="{E908508B-23C6-48DB-BDC6-AB1564603010}" type="pres">
      <dgm:prSet presAssocID="{5E013AD4-773A-4521-BD62-61800C4C2845}" presName="pictRect" presStyleLbl="revTx" presStyleIdx="2" presStyleCnt="6">
        <dgm:presLayoutVars>
          <dgm:chMax val="0"/>
          <dgm:bulletEnabled/>
        </dgm:presLayoutVars>
      </dgm:prSet>
      <dgm:spPr/>
    </dgm:pt>
    <dgm:pt modelId="{E622D727-0608-4F02-B423-58AC4AF33814}" type="pres">
      <dgm:prSet presAssocID="{5E013AD4-773A-4521-BD62-61800C4C2845}" presName="textRect" presStyleLbl="revTx" presStyleIdx="3" presStyleCnt="6" custLinFactNeighborX="0" custLinFactNeighborY="-9284">
        <dgm:presLayoutVars>
          <dgm:bulletEnabled/>
        </dgm:presLayoutVars>
      </dgm:prSet>
      <dgm:spPr/>
    </dgm:pt>
    <dgm:pt modelId="{34C143DC-ABD7-4F04-91FF-13E259554539}" type="pres">
      <dgm:prSet presAssocID="{1067C88B-ABA2-4DFD-9440-C87C5E6E0F03}" presName="sibTrans" presStyleLbl="sibTrans2D1" presStyleIdx="0" presStyleCnt="0"/>
      <dgm:spPr/>
    </dgm:pt>
    <dgm:pt modelId="{2B9906C2-EDE8-4787-8EF4-7EA92C766E83}" type="pres">
      <dgm:prSet presAssocID="{FFAD827A-7796-4E14-95BB-F6D3D56BAAE2}" presName="compNode" presStyleCnt="0"/>
      <dgm:spPr/>
    </dgm:pt>
    <dgm:pt modelId="{7A953517-1047-4B2C-92F9-01B57A24E6E2}" type="pres">
      <dgm:prSet presAssocID="{FFAD827A-7796-4E14-95BB-F6D3D56BAAE2}" presName="pictRect" presStyleLbl="revTx" presStyleIdx="4" presStyleCnt="6">
        <dgm:presLayoutVars>
          <dgm:chMax val="0"/>
          <dgm:bulletEnabled/>
        </dgm:presLayoutVars>
      </dgm:prSet>
      <dgm:spPr/>
    </dgm:pt>
    <dgm:pt modelId="{5B20866A-970C-4854-89E3-B2C9EB731F71}" type="pres">
      <dgm:prSet presAssocID="{FFAD827A-7796-4E14-95BB-F6D3D56BAAE2}" presName="textRect" presStyleLbl="revTx" presStyleIdx="5" presStyleCnt="6" custLinFactNeighborY="-9284">
        <dgm:presLayoutVars>
          <dgm:bulletEnabled/>
        </dgm:presLayoutVars>
      </dgm:prSet>
      <dgm:spPr/>
    </dgm:pt>
  </dgm:ptLst>
  <dgm:cxnLst>
    <dgm:cxn modelId="{8735020E-955F-4066-8B89-2BF45102042F}" srcId="{1B898E45-C2FF-447F-9C36-CF1BB55C5E4F}" destId="{82AF817D-B27F-4F99-9557-C979DEB74F93}" srcOrd="0" destOrd="0" parTransId="{CDC1C6B9-8116-4F9B-A554-0B2E13F7862F}" sibTransId="{2C404937-9AF7-46DC-86B3-F1B90FE2FA66}"/>
    <dgm:cxn modelId="{0FFB1314-DE7C-409E-BBFD-B97BDF52D18A}" srcId="{FFAD827A-7796-4E14-95BB-F6D3D56BAAE2}" destId="{408A8340-8818-444D-A0F3-18F4678A6921}" srcOrd="0" destOrd="0" parTransId="{146853DC-8857-479F-BF69-9E065B1223B7}" sibTransId="{49768488-60E4-4052-B870-BE0D7C39FEF4}"/>
    <dgm:cxn modelId="{A92C0F29-6FF5-4999-B168-2AE52BCA51C2}" srcId="{5E013AD4-773A-4521-BD62-61800C4C2845}" destId="{FF7596E7-A826-4B4C-880C-71550816F9A0}" srcOrd="0" destOrd="0" parTransId="{3CDE8079-353C-4A09-B4FB-9B1AC37BA946}" sibTransId="{510511B4-3623-46A3-B156-0A54C47CF812}"/>
    <dgm:cxn modelId="{AB305B5E-ECAA-4F36-91AD-80770AF32C32}" type="presOf" srcId="{B5B97BA9-C35F-43EB-B004-6009BC30C5CF}" destId="{BC62E1C8-A15D-4843-B760-5D0B4BA005A7}" srcOrd="0" destOrd="0" presId="urn:microsoft.com/office/officeart/2024/3/layout/hArchList1"/>
    <dgm:cxn modelId="{A72C3863-8BD8-4454-9E64-4E4ED2684AA7}" type="presOf" srcId="{1067C88B-ABA2-4DFD-9440-C87C5E6E0F03}" destId="{34C143DC-ABD7-4F04-91FF-13E259554539}" srcOrd="0" destOrd="0" presId="urn:microsoft.com/office/officeart/2024/3/layout/hArchList1"/>
    <dgm:cxn modelId="{B44FF544-03FC-45B8-AB43-CF735140CAF9}" type="presOf" srcId="{FF7596E7-A826-4B4C-880C-71550816F9A0}" destId="{E622D727-0608-4F02-B423-58AC4AF33814}" srcOrd="0" destOrd="0" presId="urn:microsoft.com/office/officeart/2024/3/layout/hArchList1"/>
    <dgm:cxn modelId="{D2AC0445-10FC-4336-88E1-872BD89A8CEE}" srcId="{B5B97BA9-C35F-43EB-B004-6009BC30C5CF}" destId="{5E013AD4-773A-4521-BD62-61800C4C2845}" srcOrd="1" destOrd="0" parTransId="{9622286F-C730-449D-958E-A7820D45CDA8}" sibTransId="{1067C88B-ABA2-4DFD-9440-C87C5E6E0F03}"/>
    <dgm:cxn modelId="{99D7BD45-A378-4CC7-BE2A-336D8C4720AA}" type="presOf" srcId="{82AF817D-B27F-4F99-9557-C979DEB74F93}" destId="{32492CF1-8497-4723-849C-76F420E32A3F}" srcOrd="0" destOrd="0" presId="urn:microsoft.com/office/officeart/2024/3/layout/hArchList1"/>
    <dgm:cxn modelId="{A9387473-BCB7-4DCD-8E1B-DFDF68D76A0B}" type="presOf" srcId="{408A8340-8818-444D-A0F3-18F4678A6921}" destId="{5B20866A-970C-4854-89E3-B2C9EB731F71}" srcOrd="0" destOrd="0" presId="urn:microsoft.com/office/officeart/2024/3/layout/hArchList1"/>
    <dgm:cxn modelId="{1CEEA75A-8E24-4C44-89F2-F7534D4C4CB9}" srcId="{B5B97BA9-C35F-43EB-B004-6009BC30C5CF}" destId="{FFAD827A-7796-4E14-95BB-F6D3D56BAAE2}" srcOrd="2" destOrd="0" parTransId="{F900EA4D-307C-4466-BDB7-6B0FDF54ABB3}" sibTransId="{DC036407-4075-4DD5-AEF3-86A635FAEA0F}"/>
    <dgm:cxn modelId="{F3988EC4-E4FB-4060-AE6B-D34310DDFAAE}" type="presOf" srcId="{7843F903-1737-42E2-B18F-BDC7D24ECA4C}" destId="{869B6AE1-AA15-46B8-9051-30233CB80BF5}" srcOrd="0" destOrd="0" presId="urn:microsoft.com/office/officeart/2024/3/layout/hArchList1"/>
    <dgm:cxn modelId="{A5FD43E7-1BD2-4211-8134-3A6EC3A4000F}" type="presOf" srcId="{FFAD827A-7796-4E14-95BB-F6D3D56BAAE2}" destId="{7A953517-1047-4B2C-92F9-01B57A24E6E2}" srcOrd="0" destOrd="0" presId="urn:microsoft.com/office/officeart/2024/3/layout/hArchList1"/>
    <dgm:cxn modelId="{85B55FEC-D123-41A8-BFB8-48A98CCC65E0}" srcId="{B5B97BA9-C35F-43EB-B004-6009BC30C5CF}" destId="{1B898E45-C2FF-447F-9C36-CF1BB55C5E4F}" srcOrd="0" destOrd="0" parTransId="{28E55667-C50A-4E10-AC01-0723A900306B}" sibTransId="{7843F903-1737-42E2-B18F-BDC7D24ECA4C}"/>
    <dgm:cxn modelId="{9614FCF3-6C47-46B2-8430-DB7A22B6654D}" type="presOf" srcId="{5E013AD4-773A-4521-BD62-61800C4C2845}" destId="{E908508B-23C6-48DB-BDC6-AB1564603010}" srcOrd="0" destOrd="0" presId="urn:microsoft.com/office/officeart/2024/3/layout/hArchList1"/>
    <dgm:cxn modelId="{37C9E2F9-370F-47FB-86DA-E5FCBFD56B54}" type="presOf" srcId="{1B898E45-C2FF-447F-9C36-CF1BB55C5E4F}" destId="{599A9F1E-4C8C-43D8-9A76-F3B6FCD2EBDF}" srcOrd="0" destOrd="0" presId="urn:microsoft.com/office/officeart/2024/3/layout/hArchList1"/>
    <dgm:cxn modelId="{D879A777-9FB4-416D-ACD5-6F669AAA3D9E}" type="presParOf" srcId="{BC62E1C8-A15D-4843-B760-5D0B4BA005A7}" destId="{5BE87728-9B47-479A-B06E-977544766BF8}" srcOrd="0" destOrd="0" presId="urn:microsoft.com/office/officeart/2024/3/layout/hArchList1"/>
    <dgm:cxn modelId="{80F4E721-C492-4537-8742-465D6FEDC715}" type="presParOf" srcId="{5BE87728-9B47-479A-B06E-977544766BF8}" destId="{599A9F1E-4C8C-43D8-9A76-F3B6FCD2EBDF}" srcOrd="0" destOrd="0" presId="urn:microsoft.com/office/officeart/2024/3/layout/hArchList1"/>
    <dgm:cxn modelId="{2F255D90-1D0A-45AF-B55E-75588E572AC4}" type="presParOf" srcId="{5BE87728-9B47-479A-B06E-977544766BF8}" destId="{32492CF1-8497-4723-849C-76F420E32A3F}" srcOrd="1" destOrd="0" presId="urn:microsoft.com/office/officeart/2024/3/layout/hArchList1"/>
    <dgm:cxn modelId="{68D4797F-A739-4658-B5D4-D238A40C342A}" type="presParOf" srcId="{BC62E1C8-A15D-4843-B760-5D0B4BA005A7}" destId="{869B6AE1-AA15-46B8-9051-30233CB80BF5}" srcOrd="1" destOrd="0" presId="urn:microsoft.com/office/officeart/2024/3/layout/hArchList1"/>
    <dgm:cxn modelId="{4E7E896F-F268-479F-BB22-084F846E8F68}" type="presParOf" srcId="{BC62E1C8-A15D-4843-B760-5D0B4BA005A7}" destId="{50BA6368-FA78-47F0-B94B-3F323F145B32}" srcOrd="2" destOrd="0" presId="urn:microsoft.com/office/officeart/2024/3/layout/hArchList1"/>
    <dgm:cxn modelId="{65D32349-EFF5-4425-A5DD-6B4C712D400D}" type="presParOf" srcId="{50BA6368-FA78-47F0-B94B-3F323F145B32}" destId="{E908508B-23C6-48DB-BDC6-AB1564603010}" srcOrd="0" destOrd="0" presId="urn:microsoft.com/office/officeart/2024/3/layout/hArchList1"/>
    <dgm:cxn modelId="{880F99CB-EDF8-4A1C-9E99-5DA2C27257BF}" type="presParOf" srcId="{50BA6368-FA78-47F0-B94B-3F323F145B32}" destId="{E622D727-0608-4F02-B423-58AC4AF33814}" srcOrd="1" destOrd="0" presId="urn:microsoft.com/office/officeart/2024/3/layout/hArchList1"/>
    <dgm:cxn modelId="{7EB33B09-4D90-4022-A100-4276A35E219C}" type="presParOf" srcId="{BC62E1C8-A15D-4843-B760-5D0B4BA005A7}" destId="{34C143DC-ABD7-4F04-91FF-13E259554539}" srcOrd="3" destOrd="0" presId="urn:microsoft.com/office/officeart/2024/3/layout/hArchList1"/>
    <dgm:cxn modelId="{57A5BA03-BD42-4CEB-A0BB-92D662186E36}" type="presParOf" srcId="{BC62E1C8-A15D-4843-B760-5D0B4BA005A7}" destId="{2B9906C2-EDE8-4787-8EF4-7EA92C766E83}" srcOrd="4" destOrd="0" presId="urn:microsoft.com/office/officeart/2024/3/layout/hArchList1"/>
    <dgm:cxn modelId="{184FD907-A9A6-4202-A395-90446DEE66D6}" type="presParOf" srcId="{2B9906C2-EDE8-4787-8EF4-7EA92C766E83}" destId="{7A953517-1047-4B2C-92F9-01B57A24E6E2}" srcOrd="0" destOrd="0" presId="urn:microsoft.com/office/officeart/2024/3/layout/hArchList1"/>
    <dgm:cxn modelId="{3EFEB901-42A3-4B8B-A124-CED243AD4F33}" type="presParOf" srcId="{2B9906C2-EDE8-4787-8EF4-7EA92C766E83}" destId="{5B20866A-970C-4854-89E3-B2C9EB731F71}"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C518C4-62BF-43F0-9C28-5CA7BA6F46AD}">
      <dsp:nvSpPr>
        <dsp:cNvPr id="0" name=""/>
        <dsp:cNvSpPr/>
      </dsp:nvSpPr>
      <dsp:spPr>
        <a:xfrm>
          <a:off x="0" y="0"/>
          <a:ext cx="3565369" cy="340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defRPr b="1"/>
          </a:pPr>
          <a:endParaRPr lang="en-US" sz="2400" kern="1200" dirty="0"/>
        </a:p>
      </dsp:txBody>
      <dsp:txXfrm>
        <a:off x="0" y="0"/>
        <a:ext cx="3565369" cy="340152"/>
      </dsp:txXfrm>
    </dsp:sp>
    <dsp:sp modelId="{61C9FFDA-60C6-4203-94A0-30C9FA94968E}">
      <dsp:nvSpPr>
        <dsp:cNvPr id="0" name=""/>
        <dsp:cNvSpPr/>
      </dsp:nvSpPr>
      <dsp:spPr>
        <a:xfrm>
          <a:off x="0" y="0"/>
          <a:ext cx="3565369" cy="306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40640" rIns="40640" bIns="40640" numCol="1" spcCol="1270" anchor="t" anchorCtr="0">
          <a:noAutofit/>
        </a:bodyPr>
        <a:lstStyle/>
        <a:p>
          <a:pPr marL="0" lvl="0" indent="0" algn="l" defTabSz="1422400">
            <a:lnSpc>
              <a:spcPct val="100000"/>
            </a:lnSpc>
            <a:spcBef>
              <a:spcPct val="0"/>
            </a:spcBef>
            <a:spcAft>
              <a:spcPct val="35000"/>
            </a:spcAft>
            <a:buNone/>
          </a:pPr>
          <a:r>
            <a:rPr lang="en-US" sz="3200" kern="1200" dirty="0">
              <a:solidFill>
                <a:schemeClr val="bg2">
                  <a:lumMod val="90000"/>
                </a:schemeClr>
              </a:solidFill>
            </a:rPr>
            <a:t>Many</a:t>
          </a:r>
          <a:r>
            <a:rPr lang="en-US" sz="2800" kern="1200" dirty="0">
              <a:solidFill>
                <a:schemeClr val="bg2">
                  <a:lumMod val="90000"/>
                </a:schemeClr>
              </a:solidFill>
            </a:rPr>
            <a:t> people have items with </a:t>
          </a:r>
          <a:r>
            <a:rPr lang="en-US" sz="3200" kern="1200" dirty="0">
              <a:solidFill>
                <a:schemeClr val="bg2">
                  <a:lumMod val="90000"/>
                </a:schemeClr>
              </a:solidFill>
            </a:rPr>
            <a:t>life left </a:t>
          </a:r>
          <a:r>
            <a:rPr lang="en-US" sz="2800" kern="1200" dirty="0">
              <a:solidFill>
                <a:schemeClr val="bg2">
                  <a:lumMod val="90000"/>
                </a:schemeClr>
              </a:solidFill>
            </a:rPr>
            <a:t>in them but no </a:t>
          </a:r>
          <a:r>
            <a:rPr lang="en-US" sz="3200" kern="1200" dirty="0">
              <a:solidFill>
                <a:schemeClr val="bg2">
                  <a:lumMod val="90000"/>
                </a:schemeClr>
              </a:solidFill>
            </a:rPr>
            <a:t>easy</a:t>
          </a:r>
          <a:r>
            <a:rPr lang="en-US" sz="2800" kern="1200" dirty="0">
              <a:solidFill>
                <a:schemeClr val="bg2">
                  <a:lumMod val="90000"/>
                </a:schemeClr>
              </a:solidFill>
            </a:rPr>
            <a:t> way to give </a:t>
          </a:r>
          <a:r>
            <a:rPr lang="en-US" sz="4000" kern="1200" dirty="0">
              <a:solidFill>
                <a:schemeClr val="bg2">
                  <a:lumMod val="90000"/>
                </a:schemeClr>
              </a:solidFill>
            </a:rPr>
            <a:t>directly</a:t>
          </a:r>
          <a:r>
            <a:rPr lang="en-US" sz="2800" kern="1200" dirty="0">
              <a:solidFill>
                <a:schemeClr val="bg2">
                  <a:lumMod val="90000"/>
                </a:schemeClr>
              </a:solidFill>
            </a:rPr>
            <a:t> to others.</a:t>
          </a:r>
        </a:p>
      </dsp:txBody>
      <dsp:txXfrm>
        <a:off x="0" y="0"/>
        <a:ext cx="3565369" cy="3061368"/>
      </dsp:txXfrm>
    </dsp:sp>
    <dsp:sp modelId="{EDC7EE40-4D54-4615-BB5D-B665510581AD}">
      <dsp:nvSpPr>
        <dsp:cNvPr id="0" name=""/>
        <dsp:cNvSpPr/>
      </dsp:nvSpPr>
      <dsp:spPr>
        <a:xfrm>
          <a:off x="3921906" y="0"/>
          <a:ext cx="3565369" cy="340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defRPr b="1"/>
          </a:pPr>
          <a:endParaRPr lang="en-US" sz="2400" kern="1200" dirty="0"/>
        </a:p>
      </dsp:txBody>
      <dsp:txXfrm>
        <a:off x="3921906" y="0"/>
        <a:ext cx="3565369" cy="340152"/>
      </dsp:txXfrm>
    </dsp:sp>
    <dsp:sp modelId="{E674BD8A-A33B-4CC0-AA3D-40CECAF77FB9}">
      <dsp:nvSpPr>
        <dsp:cNvPr id="0" name=""/>
        <dsp:cNvSpPr/>
      </dsp:nvSpPr>
      <dsp:spPr>
        <a:xfrm>
          <a:off x="7843813" y="46291"/>
          <a:ext cx="3565369" cy="306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pPr>
          <a:r>
            <a:rPr lang="en-US" sz="2400" b="0" i="1" kern="1200" dirty="0">
              <a:solidFill>
                <a:schemeClr val="bg2">
                  <a:lumMod val="90000"/>
                </a:schemeClr>
              </a:solidFill>
            </a:rPr>
            <a:t>A </a:t>
          </a:r>
          <a:r>
            <a:rPr lang="en-US" sz="2800" b="0" i="1" kern="1200" dirty="0">
              <a:solidFill>
                <a:schemeClr val="bg2">
                  <a:lumMod val="90000"/>
                </a:schemeClr>
              </a:solidFill>
            </a:rPr>
            <a:t>place</a:t>
          </a:r>
          <a:r>
            <a:rPr lang="en-US" sz="2400" b="0" i="1" kern="1200" dirty="0">
              <a:solidFill>
                <a:schemeClr val="bg2">
                  <a:lumMod val="90000"/>
                </a:schemeClr>
              </a:solidFill>
            </a:rPr>
            <a:t> where every item finds a </a:t>
          </a:r>
          <a:r>
            <a:rPr lang="en-US" sz="2800" b="0" i="1" kern="1200" dirty="0">
              <a:solidFill>
                <a:schemeClr val="bg2">
                  <a:lumMod val="90000"/>
                </a:schemeClr>
              </a:solidFill>
            </a:rPr>
            <a:t>new home  </a:t>
          </a:r>
          <a:r>
            <a:rPr lang="en-US" sz="2400" b="0" i="1" kern="1200" dirty="0">
              <a:solidFill>
                <a:schemeClr val="bg2">
                  <a:lumMod val="90000"/>
                </a:schemeClr>
              </a:solidFill>
            </a:rPr>
            <a:t>and it always stays a </a:t>
          </a:r>
          <a:r>
            <a:rPr lang="en-US" sz="2800" b="0" i="1" kern="1200" dirty="0">
              <a:solidFill>
                <a:schemeClr val="bg2">
                  <a:lumMod val="90000"/>
                </a:schemeClr>
              </a:solidFill>
            </a:rPr>
            <a:t>Buyer’s Market.</a:t>
          </a:r>
          <a:endParaRPr lang="en-US" sz="2400" kern="1200" dirty="0">
            <a:solidFill>
              <a:schemeClr val="bg2">
                <a:lumMod val="90000"/>
              </a:schemeClr>
            </a:solidFill>
          </a:endParaRPr>
        </a:p>
        <a:p>
          <a:pPr marL="0" lvl="0" indent="0" algn="l" defTabSz="1066800">
            <a:lnSpc>
              <a:spcPct val="100000"/>
            </a:lnSpc>
            <a:spcBef>
              <a:spcPct val="0"/>
            </a:spcBef>
            <a:spcAft>
              <a:spcPct val="35000"/>
            </a:spcAft>
            <a:buNone/>
          </a:pPr>
          <a:r>
            <a:rPr lang="en-US" sz="1800" kern="1200" dirty="0">
              <a:solidFill>
                <a:schemeClr val="bg2">
                  <a:lumMod val="90000"/>
                </a:schemeClr>
              </a:solidFill>
            </a:rPr>
            <a:t>~ Four Functioneers</a:t>
          </a:r>
          <a:r>
            <a:rPr lang="en-US" sz="1600" kern="1200" dirty="0">
              <a:solidFill>
                <a:schemeClr val="bg2">
                  <a:lumMod val="90000"/>
                </a:schemeClr>
              </a:solidFill>
            </a:rPr>
            <a:t>,  </a:t>
          </a:r>
        </a:p>
        <a:p>
          <a:pPr marL="0" lvl="0" indent="0" algn="l" defTabSz="1066800">
            <a:lnSpc>
              <a:spcPct val="100000"/>
            </a:lnSpc>
            <a:spcBef>
              <a:spcPct val="0"/>
            </a:spcBef>
            <a:spcAft>
              <a:spcPct val="35000"/>
            </a:spcAft>
            <a:buNone/>
          </a:pPr>
          <a:r>
            <a:rPr lang="en-US" sz="1800" kern="1200" dirty="0">
              <a:solidFill>
                <a:schemeClr val="bg2">
                  <a:lumMod val="90000"/>
                </a:schemeClr>
              </a:solidFill>
            </a:rPr>
            <a:t>Bellevue College</a:t>
          </a:r>
          <a:r>
            <a:rPr lang="en-US" sz="1600" kern="1200" dirty="0">
              <a:solidFill>
                <a:schemeClr val="bg2">
                  <a:lumMod val="90000"/>
                </a:schemeClr>
              </a:solidFill>
            </a:rPr>
            <a:t>,  Fall 2025</a:t>
          </a:r>
        </a:p>
      </dsp:txBody>
      <dsp:txXfrm>
        <a:off x="7843813" y="46291"/>
        <a:ext cx="3565369" cy="3061368"/>
      </dsp:txXfrm>
    </dsp:sp>
    <dsp:sp modelId="{AAE6E9A6-8E42-4288-9CD5-AA5CED1355A9}">
      <dsp:nvSpPr>
        <dsp:cNvPr id="0" name=""/>
        <dsp:cNvSpPr/>
      </dsp:nvSpPr>
      <dsp:spPr>
        <a:xfrm>
          <a:off x="7843813" y="0"/>
          <a:ext cx="3565369" cy="340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endParaRPr lang="en-US" sz="1800" kern="1200" dirty="0"/>
        </a:p>
      </dsp:txBody>
      <dsp:txXfrm>
        <a:off x="7843813" y="0"/>
        <a:ext cx="3565369" cy="340152"/>
      </dsp:txXfrm>
    </dsp:sp>
    <dsp:sp modelId="{008375BD-3C2E-4CC8-9CB1-1A2D3776FB81}">
      <dsp:nvSpPr>
        <dsp:cNvPr id="0" name=""/>
        <dsp:cNvSpPr/>
      </dsp:nvSpPr>
      <dsp:spPr>
        <a:xfrm>
          <a:off x="3921906" y="23147"/>
          <a:ext cx="3565369" cy="306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40640" rIns="40640" bIns="40640" numCol="1" spcCol="1270" anchor="t" anchorCtr="0">
          <a:noAutofit/>
        </a:bodyPr>
        <a:lstStyle/>
        <a:p>
          <a:pPr marL="0" lvl="0" indent="0" algn="l" defTabSz="1422400">
            <a:lnSpc>
              <a:spcPct val="100000"/>
            </a:lnSpc>
            <a:spcBef>
              <a:spcPct val="0"/>
            </a:spcBef>
            <a:spcAft>
              <a:spcPct val="35000"/>
            </a:spcAft>
            <a:buNone/>
          </a:pPr>
          <a:r>
            <a:rPr lang="en-US" sz="3200" kern="1200" dirty="0">
              <a:solidFill>
                <a:schemeClr val="bg2">
                  <a:lumMod val="90000"/>
                </a:schemeClr>
              </a:solidFill>
            </a:rPr>
            <a:t>Buyer’s Market </a:t>
          </a:r>
          <a:r>
            <a:rPr lang="en-US" sz="2400" kern="1200" dirty="0">
              <a:solidFill>
                <a:schemeClr val="bg2">
                  <a:lumMod val="90000"/>
                </a:schemeClr>
              </a:solidFill>
            </a:rPr>
            <a:t>creates a simple, </a:t>
          </a:r>
          <a:r>
            <a:rPr lang="en-US" sz="3200" kern="1200" dirty="0">
              <a:solidFill>
                <a:schemeClr val="bg2">
                  <a:lumMod val="90000"/>
                </a:schemeClr>
              </a:solidFill>
            </a:rPr>
            <a:t>community-first</a:t>
          </a:r>
          <a:r>
            <a:rPr lang="en-US" sz="2400" kern="1200" dirty="0">
              <a:solidFill>
                <a:schemeClr val="bg2">
                  <a:lumMod val="90000"/>
                </a:schemeClr>
              </a:solidFill>
            </a:rPr>
            <a:t> space to share, request, and stay </a:t>
          </a:r>
          <a:r>
            <a:rPr lang="en-US" sz="3200" kern="1200" dirty="0">
              <a:solidFill>
                <a:schemeClr val="bg2">
                  <a:lumMod val="90000"/>
                </a:schemeClr>
              </a:solidFill>
            </a:rPr>
            <a:t>informed</a:t>
          </a:r>
          <a:r>
            <a:rPr lang="en-US" sz="2400" kern="1200" dirty="0">
              <a:solidFill>
                <a:schemeClr val="bg2">
                  <a:lumMod val="90000"/>
                </a:schemeClr>
              </a:solidFill>
            </a:rPr>
            <a:t> about </a:t>
          </a:r>
          <a:r>
            <a:rPr lang="en-US" sz="2800" kern="1200" dirty="0">
              <a:solidFill>
                <a:schemeClr val="bg2">
                  <a:lumMod val="90000"/>
                </a:schemeClr>
              </a:solidFill>
            </a:rPr>
            <a:t>free</a:t>
          </a:r>
          <a:r>
            <a:rPr lang="en-US" sz="2400" kern="1200" dirty="0">
              <a:solidFill>
                <a:schemeClr val="bg2">
                  <a:lumMod val="90000"/>
                </a:schemeClr>
              </a:solidFill>
            </a:rPr>
            <a:t> or low-cost items.</a:t>
          </a:r>
        </a:p>
      </dsp:txBody>
      <dsp:txXfrm>
        <a:off x="3921906" y="23147"/>
        <a:ext cx="3565369" cy="30613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F297FD-EC63-433F-A6FE-17A2AFCBAA7D}">
      <dsp:nvSpPr>
        <dsp:cNvPr id="0" name=""/>
        <dsp:cNvSpPr/>
      </dsp:nvSpPr>
      <dsp:spPr>
        <a:xfrm>
          <a:off x="0" y="0"/>
          <a:ext cx="3568855" cy="340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endParaRPr lang="en-US" sz="1800" kern="1200" dirty="0">
            <a:solidFill>
              <a:schemeClr val="bg2">
                <a:lumMod val="90000"/>
              </a:schemeClr>
            </a:solidFill>
          </a:endParaRPr>
        </a:p>
      </dsp:txBody>
      <dsp:txXfrm>
        <a:off x="0" y="0"/>
        <a:ext cx="3568855" cy="340152"/>
      </dsp:txXfrm>
    </dsp:sp>
    <dsp:sp modelId="{61465D20-0901-445B-A912-0BEE22F0AA9A}">
      <dsp:nvSpPr>
        <dsp:cNvPr id="0" name=""/>
        <dsp:cNvSpPr/>
      </dsp:nvSpPr>
      <dsp:spPr>
        <a:xfrm>
          <a:off x="0" y="31229"/>
          <a:ext cx="3568855" cy="306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pPr>
          <a:r>
            <a:rPr lang="en-US" sz="2400" kern="1200" dirty="0">
              <a:solidFill>
                <a:schemeClr val="bg2">
                  <a:lumMod val="90000"/>
                </a:schemeClr>
              </a:solidFill>
            </a:rPr>
            <a:t>Buyer’s Market </a:t>
          </a:r>
          <a:r>
            <a:rPr lang="en-US" sz="2000" kern="1200" dirty="0">
              <a:solidFill>
                <a:schemeClr val="bg2">
                  <a:lumMod val="90000"/>
                </a:schemeClr>
              </a:solidFill>
            </a:rPr>
            <a:t>is a simple </a:t>
          </a:r>
          <a:r>
            <a:rPr lang="en-US" sz="2400" kern="1200" dirty="0">
              <a:solidFill>
                <a:schemeClr val="bg2">
                  <a:lumMod val="90000"/>
                </a:schemeClr>
              </a:solidFill>
            </a:rPr>
            <a:t>community </a:t>
          </a:r>
          <a:r>
            <a:rPr lang="en-US" sz="2000" kern="1200" dirty="0">
              <a:solidFill>
                <a:schemeClr val="bg2">
                  <a:lumMod val="90000"/>
                </a:schemeClr>
              </a:solidFill>
            </a:rPr>
            <a:t>exchange</a:t>
          </a:r>
          <a:r>
            <a:rPr lang="en-US" sz="2400" kern="1200" dirty="0">
              <a:solidFill>
                <a:schemeClr val="bg2">
                  <a:lumMod val="90000"/>
                </a:schemeClr>
              </a:solidFill>
            </a:rPr>
            <a:t> </a:t>
          </a:r>
          <a:r>
            <a:rPr lang="en-US" sz="2000" kern="1200" dirty="0">
              <a:solidFill>
                <a:schemeClr val="bg2">
                  <a:lumMod val="90000"/>
                </a:schemeClr>
              </a:solidFill>
            </a:rPr>
            <a:t>platform where people can </a:t>
          </a:r>
          <a:r>
            <a:rPr lang="en-US" sz="2800" kern="1200" dirty="0">
              <a:solidFill>
                <a:schemeClr val="bg2">
                  <a:lumMod val="90000"/>
                </a:schemeClr>
              </a:solidFill>
            </a:rPr>
            <a:t>give</a:t>
          </a:r>
          <a:r>
            <a:rPr lang="en-US" sz="2000" kern="1200" dirty="0">
              <a:solidFill>
                <a:schemeClr val="bg2">
                  <a:lumMod val="90000"/>
                </a:schemeClr>
              </a:solidFill>
            </a:rPr>
            <a:t>, share, or </a:t>
          </a:r>
          <a:r>
            <a:rPr lang="en-US" sz="2400" kern="1200" dirty="0">
              <a:solidFill>
                <a:schemeClr val="bg2">
                  <a:lumMod val="90000"/>
                </a:schemeClr>
              </a:solidFill>
            </a:rPr>
            <a:t>request </a:t>
          </a:r>
          <a:r>
            <a:rPr lang="en-US" sz="2800" kern="1200" dirty="0">
              <a:solidFill>
                <a:schemeClr val="bg2">
                  <a:lumMod val="90000"/>
                </a:schemeClr>
              </a:solidFill>
            </a:rPr>
            <a:t>free</a:t>
          </a:r>
          <a:r>
            <a:rPr lang="en-US" sz="2000" kern="1200" dirty="0">
              <a:solidFill>
                <a:schemeClr val="bg2">
                  <a:lumMod val="90000"/>
                </a:schemeClr>
              </a:solidFill>
            </a:rPr>
            <a:t> or </a:t>
          </a:r>
          <a:r>
            <a:rPr lang="en-US" sz="2400" kern="1200" dirty="0">
              <a:solidFill>
                <a:schemeClr val="bg2">
                  <a:lumMod val="90000"/>
                </a:schemeClr>
              </a:solidFill>
            </a:rPr>
            <a:t>low-cost</a:t>
          </a:r>
          <a:r>
            <a:rPr lang="en-US" sz="2000" kern="1200" dirty="0">
              <a:solidFill>
                <a:schemeClr val="bg2">
                  <a:lumMod val="90000"/>
                </a:schemeClr>
              </a:solidFill>
            </a:rPr>
            <a:t> items.  The </a:t>
          </a:r>
          <a:r>
            <a:rPr lang="en-US" sz="2400" kern="1200" dirty="0">
              <a:solidFill>
                <a:schemeClr val="bg2">
                  <a:lumMod val="90000"/>
                </a:schemeClr>
              </a:solidFill>
            </a:rPr>
            <a:t>goals</a:t>
          </a:r>
          <a:r>
            <a:rPr lang="en-US" sz="2000" kern="1200" dirty="0">
              <a:solidFill>
                <a:schemeClr val="bg2">
                  <a:lumMod val="90000"/>
                </a:schemeClr>
              </a:solidFill>
            </a:rPr>
            <a:t> is to </a:t>
          </a:r>
          <a:r>
            <a:rPr lang="en-US" sz="2800" kern="1200" dirty="0">
              <a:solidFill>
                <a:schemeClr val="bg2">
                  <a:lumMod val="90000"/>
                </a:schemeClr>
              </a:solidFill>
            </a:rPr>
            <a:t>reduce</a:t>
          </a:r>
          <a:r>
            <a:rPr lang="en-US" sz="2400" kern="1200" dirty="0">
              <a:solidFill>
                <a:schemeClr val="bg2">
                  <a:lumMod val="90000"/>
                </a:schemeClr>
              </a:solidFill>
            </a:rPr>
            <a:t> waste</a:t>
          </a:r>
          <a:r>
            <a:rPr lang="en-US" sz="2000" kern="1200" dirty="0">
              <a:solidFill>
                <a:schemeClr val="bg2">
                  <a:lumMod val="90000"/>
                </a:schemeClr>
              </a:solidFill>
            </a:rPr>
            <a:t> and make </a:t>
          </a:r>
          <a:r>
            <a:rPr lang="en-US" sz="2800" kern="1200" dirty="0">
              <a:solidFill>
                <a:schemeClr val="bg2">
                  <a:lumMod val="90000"/>
                </a:schemeClr>
              </a:solidFill>
            </a:rPr>
            <a:t>reuse</a:t>
          </a:r>
          <a:r>
            <a:rPr lang="en-US" sz="2000" kern="1200" dirty="0">
              <a:solidFill>
                <a:schemeClr val="bg2">
                  <a:lumMod val="90000"/>
                </a:schemeClr>
              </a:solidFill>
            </a:rPr>
            <a:t> </a:t>
          </a:r>
          <a:r>
            <a:rPr lang="en-US" sz="2400" kern="1200" dirty="0">
              <a:solidFill>
                <a:schemeClr val="bg2">
                  <a:lumMod val="90000"/>
                </a:schemeClr>
              </a:solidFill>
            </a:rPr>
            <a:t>easy</a:t>
          </a:r>
          <a:r>
            <a:rPr lang="en-US" sz="2000" kern="1200" dirty="0">
              <a:solidFill>
                <a:schemeClr val="bg2">
                  <a:lumMod val="90000"/>
                </a:schemeClr>
              </a:solidFill>
            </a:rPr>
            <a:t> for everyone.</a:t>
          </a:r>
        </a:p>
      </dsp:txBody>
      <dsp:txXfrm>
        <a:off x="0" y="31229"/>
        <a:ext cx="3568855" cy="3061368"/>
      </dsp:txXfrm>
    </dsp:sp>
    <dsp:sp modelId="{0387F0D3-8464-40FA-9AC9-1B39977E6860}">
      <dsp:nvSpPr>
        <dsp:cNvPr id="0" name=""/>
        <dsp:cNvSpPr/>
      </dsp:nvSpPr>
      <dsp:spPr>
        <a:xfrm>
          <a:off x="3925740" y="0"/>
          <a:ext cx="3568855" cy="340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endParaRPr lang="en-US" sz="1800" kern="1200" dirty="0">
            <a:solidFill>
              <a:schemeClr val="bg2">
                <a:lumMod val="90000"/>
              </a:schemeClr>
            </a:solidFill>
          </a:endParaRPr>
        </a:p>
      </dsp:txBody>
      <dsp:txXfrm>
        <a:off x="3925740" y="0"/>
        <a:ext cx="3568855" cy="340152"/>
      </dsp:txXfrm>
    </dsp:sp>
    <dsp:sp modelId="{4A7B17E2-8FB1-4AE7-ABBF-9454DFF6F2E5}">
      <dsp:nvSpPr>
        <dsp:cNvPr id="0" name=""/>
        <dsp:cNvSpPr/>
      </dsp:nvSpPr>
      <dsp:spPr>
        <a:xfrm>
          <a:off x="3826883" y="43597"/>
          <a:ext cx="3568855" cy="306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dirty="0">
              <a:solidFill>
                <a:schemeClr val="bg2">
                  <a:lumMod val="90000"/>
                </a:schemeClr>
              </a:solidFill>
            </a:rPr>
            <a:t>Our </a:t>
          </a:r>
          <a:r>
            <a:rPr lang="en-US" sz="2400" kern="1200" dirty="0">
              <a:solidFill>
                <a:schemeClr val="bg2">
                  <a:lumMod val="90000"/>
                </a:schemeClr>
              </a:solidFill>
            </a:rPr>
            <a:t>“client” </a:t>
          </a:r>
          <a:r>
            <a:rPr lang="en-US" sz="2000" kern="1200" dirty="0">
              <a:solidFill>
                <a:schemeClr val="bg2">
                  <a:lumMod val="90000"/>
                </a:schemeClr>
              </a:solidFill>
            </a:rPr>
            <a:t>represents a </a:t>
          </a:r>
          <a:r>
            <a:rPr lang="en-US" sz="2400" kern="1200" dirty="0">
              <a:solidFill>
                <a:schemeClr val="bg2">
                  <a:lumMod val="90000"/>
                </a:schemeClr>
              </a:solidFill>
            </a:rPr>
            <a:t>l</a:t>
          </a:r>
          <a:r>
            <a:rPr lang="en-US" sz="2800" kern="1200" dirty="0">
              <a:solidFill>
                <a:schemeClr val="bg2">
                  <a:lumMod val="90000"/>
                </a:schemeClr>
              </a:solidFill>
            </a:rPr>
            <a:t>ocal</a:t>
          </a:r>
          <a:r>
            <a:rPr lang="en-US" sz="2400" kern="1200" dirty="0">
              <a:solidFill>
                <a:schemeClr val="bg2">
                  <a:lumMod val="90000"/>
                </a:schemeClr>
              </a:solidFill>
            </a:rPr>
            <a:t> </a:t>
          </a:r>
          <a:r>
            <a:rPr lang="en-US" sz="2000" kern="1200" dirty="0">
              <a:solidFill>
                <a:schemeClr val="bg2">
                  <a:lumMod val="90000"/>
                </a:schemeClr>
              </a:solidFill>
            </a:rPr>
            <a:t>community group modeled after Buy Nothing and neighborhood </a:t>
          </a:r>
          <a:r>
            <a:rPr lang="en-US" sz="2400" kern="1200" dirty="0">
              <a:solidFill>
                <a:schemeClr val="bg2">
                  <a:lumMod val="90000"/>
                </a:schemeClr>
              </a:solidFill>
            </a:rPr>
            <a:t>freecycle</a:t>
          </a:r>
          <a:r>
            <a:rPr lang="en-US" sz="2000" kern="1200" dirty="0">
              <a:solidFill>
                <a:schemeClr val="bg2">
                  <a:lumMod val="90000"/>
                </a:schemeClr>
              </a:solidFill>
            </a:rPr>
            <a:t> movements.  These groups rely on </a:t>
          </a:r>
          <a:r>
            <a:rPr lang="en-US" sz="2800" kern="1200" dirty="0">
              <a:solidFill>
                <a:schemeClr val="bg2">
                  <a:lumMod val="90000"/>
                </a:schemeClr>
              </a:solidFill>
            </a:rPr>
            <a:t>trust</a:t>
          </a:r>
          <a:r>
            <a:rPr lang="en-US" sz="2000" kern="1200" dirty="0">
              <a:solidFill>
                <a:schemeClr val="bg2">
                  <a:lumMod val="90000"/>
                </a:schemeClr>
              </a:solidFill>
            </a:rPr>
            <a:t>, </a:t>
          </a:r>
          <a:r>
            <a:rPr lang="en-US" sz="2400" kern="1200" dirty="0">
              <a:solidFill>
                <a:schemeClr val="bg2">
                  <a:lumMod val="90000"/>
                </a:schemeClr>
              </a:solidFill>
            </a:rPr>
            <a:t>sharing</a:t>
          </a:r>
          <a:r>
            <a:rPr lang="en-US" sz="2000" kern="1200" dirty="0">
              <a:solidFill>
                <a:schemeClr val="bg2">
                  <a:lumMod val="90000"/>
                </a:schemeClr>
              </a:solidFill>
            </a:rPr>
            <a:t>, and accessibility.  </a:t>
          </a:r>
          <a:r>
            <a:rPr lang="en-US" sz="2400" kern="1200" dirty="0">
              <a:solidFill>
                <a:schemeClr val="bg2">
                  <a:lumMod val="90000"/>
                </a:schemeClr>
              </a:solidFill>
            </a:rPr>
            <a:t>Values</a:t>
          </a:r>
          <a:r>
            <a:rPr lang="en-US" sz="2000" kern="1200" dirty="0">
              <a:solidFill>
                <a:schemeClr val="bg2">
                  <a:lumMod val="90000"/>
                </a:schemeClr>
              </a:solidFill>
            </a:rPr>
            <a:t> that our site is designed to </a:t>
          </a:r>
          <a:r>
            <a:rPr lang="en-US" sz="2400" kern="1200" dirty="0">
              <a:solidFill>
                <a:schemeClr val="bg2">
                  <a:lumMod val="90000"/>
                </a:schemeClr>
              </a:solidFill>
            </a:rPr>
            <a:t>support</a:t>
          </a:r>
          <a:r>
            <a:rPr lang="en-US" sz="2000" kern="1200" dirty="0">
              <a:solidFill>
                <a:schemeClr val="bg2">
                  <a:lumMod val="90000"/>
                </a:schemeClr>
              </a:solidFill>
            </a:rPr>
            <a:t>.</a:t>
          </a:r>
        </a:p>
      </dsp:txBody>
      <dsp:txXfrm>
        <a:off x="3826883" y="43597"/>
        <a:ext cx="3568855" cy="3061368"/>
      </dsp:txXfrm>
    </dsp:sp>
    <dsp:sp modelId="{89D42393-34D6-4D28-88BA-62D4B9D9B38E}">
      <dsp:nvSpPr>
        <dsp:cNvPr id="0" name=""/>
        <dsp:cNvSpPr/>
      </dsp:nvSpPr>
      <dsp:spPr>
        <a:xfrm>
          <a:off x="7851481" y="0"/>
          <a:ext cx="3568855" cy="340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endParaRPr lang="en-US" sz="1800" kern="1200" dirty="0">
            <a:solidFill>
              <a:schemeClr val="bg2">
                <a:lumMod val="90000"/>
              </a:schemeClr>
            </a:solidFill>
          </a:endParaRPr>
        </a:p>
      </dsp:txBody>
      <dsp:txXfrm>
        <a:off x="7851481" y="0"/>
        <a:ext cx="3568855" cy="340152"/>
      </dsp:txXfrm>
    </dsp:sp>
    <dsp:sp modelId="{D2B0D22B-A6ED-412E-A7BA-FEF15CB23609}">
      <dsp:nvSpPr>
        <dsp:cNvPr id="0" name=""/>
        <dsp:cNvSpPr/>
      </dsp:nvSpPr>
      <dsp:spPr>
        <a:xfrm>
          <a:off x="7851481" y="31229"/>
          <a:ext cx="3568855" cy="306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dirty="0">
              <a:solidFill>
                <a:schemeClr val="bg2">
                  <a:lumMod val="90000"/>
                </a:schemeClr>
              </a:solidFill>
            </a:rPr>
            <a:t>We designed </a:t>
          </a:r>
          <a:r>
            <a:rPr lang="en-US" sz="2400" kern="1200" dirty="0">
              <a:solidFill>
                <a:schemeClr val="bg2">
                  <a:lumMod val="90000"/>
                </a:schemeClr>
              </a:solidFill>
            </a:rPr>
            <a:t>clear</a:t>
          </a:r>
          <a:r>
            <a:rPr lang="en-US" sz="2000" kern="1200" dirty="0">
              <a:solidFill>
                <a:schemeClr val="bg2">
                  <a:lumMod val="90000"/>
                </a:schemeClr>
              </a:solidFill>
            </a:rPr>
            <a:t>, </a:t>
          </a:r>
          <a:r>
            <a:rPr lang="en-US" sz="2800" kern="1200" dirty="0">
              <a:solidFill>
                <a:schemeClr val="bg2">
                  <a:lumMod val="90000"/>
                </a:schemeClr>
              </a:solidFill>
            </a:rPr>
            <a:t>intuitive</a:t>
          </a:r>
          <a:r>
            <a:rPr lang="en-US" sz="2000" kern="1200" dirty="0">
              <a:solidFill>
                <a:schemeClr val="bg2">
                  <a:lumMod val="90000"/>
                </a:schemeClr>
              </a:solidFill>
            </a:rPr>
            <a:t> flows for </a:t>
          </a:r>
          <a:r>
            <a:rPr lang="en-US" sz="2400" kern="1200" dirty="0">
              <a:solidFill>
                <a:schemeClr val="bg2">
                  <a:lumMod val="90000"/>
                </a:schemeClr>
              </a:solidFill>
            </a:rPr>
            <a:t>posting</a:t>
          </a:r>
          <a:r>
            <a:rPr lang="en-US" sz="2000" kern="1200" dirty="0">
              <a:solidFill>
                <a:schemeClr val="bg2">
                  <a:lumMod val="90000"/>
                </a:schemeClr>
              </a:solidFill>
            </a:rPr>
            <a:t> items, </a:t>
          </a:r>
          <a:r>
            <a:rPr lang="en-US" sz="2400" kern="1200" dirty="0">
              <a:solidFill>
                <a:schemeClr val="bg2">
                  <a:lumMod val="90000"/>
                </a:schemeClr>
              </a:solidFill>
            </a:rPr>
            <a:t>browsing</a:t>
          </a:r>
          <a:r>
            <a:rPr lang="en-US" sz="2000" kern="1200" dirty="0">
              <a:solidFill>
                <a:schemeClr val="bg2">
                  <a:lumMod val="90000"/>
                </a:schemeClr>
              </a:solidFill>
            </a:rPr>
            <a:t> listings, and receiving </a:t>
          </a:r>
          <a:r>
            <a:rPr lang="en-US" sz="2400" kern="1200" dirty="0">
              <a:solidFill>
                <a:schemeClr val="bg2">
                  <a:lumMod val="90000"/>
                </a:schemeClr>
              </a:solidFill>
            </a:rPr>
            <a:t>notifications</a:t>
          </a:r>
          <a:r>
            <a:rPr lang="en-US" sz="2000" kern="1200" dirty="0">
              <a:solidFill>
                <a:schemeClr val="bg2">
                  <a:lumMod val="90000"/>
                </a:schemeClr>
              </a:solidFill>
            </a:rPr>
            <a:t>.  Every page focuses on ease of use, </a:t>
          </a:r>
          <a:r>
            <a:rPr lang="en-US" sz="2400" kern="1200" dirty="0">
              <a:solidFill>
                <a:schemeClr val="bg2">
                  <a:lumMod val="90000"/>
                </a:schemeClr>
              </a:solidFill>
            </a:rPr>
            <a:t>clarity</a:t>
          </a:r>
          <a:r>
            <a:rPr lang="en-US" sz="2000" kern="1200" dirty="0">
              <a:solidFill>
                <a:schemeClr val="bg2">
                  <a:lumMod val="90000"/>
                </a:schemeClr>
              </a:solidFill>
            </a:rPr>
            <a:t>, and community </a:t>
          </a:r>
          <a:r>
            <a:rPr lang="en-US" sz="2400" kern="1200" dirty="0">
              <a:solidFill>
                <a:schemeClr val="bg2">
                  <a:lumMod val="90000"/>
                </a:schemeClr>
              </a:solidFill>
            </a:rPr>
            <a:t>connection</a:t>
          </a:r>
          <a:endParaRPr lang="en-US" sz="2000" kern="1200" dirty="0">
            <a:solidFill>
              <a:schemeClr val="bg2">
                <a:lumMod val="90000"/>
              </a:schemeClr>
            </a:solidFill>
          </a:endParaRPr>
        </a:p>
      </dsp:txBody>
      <dsp:txXfrm>
        <a:off x="7851481" y="31229"/>
        <a:ext cx="3568855" cy="30613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9A9F1E-4C8C-43D8-9A76-F3B6FCD2EBDF}">
      <dsp:nvSpPr>
        <dsp:cNvPr id="0" name=""/>
        <dsp:cNvSpPr/>
      </dsp:nvSpPr>
      <dsp:spPr>
        <a:xfrm>
          <a:off x="0" y="0"/>
          <a:ext cx="3568855" cy="340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endParaRPr lang="en-US" sz="1800" kern="1200" dirty="0">
            <a:solidFill>
              <a:schemeClr val="bg2">
                <a:lumMod val="90000"/>
              </a:schemeClr>
            </a:solidFill>
          </a:endParaRPr>
        </a:p>
      </dsp:txBody>
      <dsp:txXfrm>
        <a:off x="0" y="0"/>
        <a:ext cx="3568855" cy="340152"/>
      </dsp:txXfrm>
    </dsp:sp>
    <dsp:sp modelId="{32492CF1-8497-4723-849C-76F420E32A3F}">
      <dsp:nvSpPr>
        <dsp:cNvPr id="0" name=""/>
        <dsp:cNvSpPr/>
      </dsp:nvSpPr>
      <dsp:spPr>
        <a:xfrm>
          <a:off x="0" y="31229"/>
          <a:ext cx="3568855" cy="306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dirty="0">
              <a:solidFill>
                <a:schemeClr val="bg2">
                  <a:lumMod val="90000"/>
                </a:schemeClr>
              </a:solidFill>
            </a:rPr>
            <a:t>We worked well </a:t>
          </a:r>
          <a:r>
            <a:rPr lang="en-US" sz="2400" kern="1200" dirty="0">
              <a:solidFill>
                <a:schemeClr val="bg2">
                  <a:lumMod val="90000"/>
                </a:schemeClr>
              </a:solidFill>
            </a:rPr>
            <a:t>together</a:t>
          </a:r>
          <a:r>
            <a:rPr lang="en-US" sz="2000" kern="1200" dirty="0">
              <a:solidFill>
                <a:schemeClr val="bg2">
                  <a:lumMod val="90000"/>
                </a:schemeClr>
              </a:solidFill>
            </a:rPr>
            <a:t> and stayed </a:t>
          </a:r>
          <a:r>
            <a:rPr lang="en-US" sz="2400" kern="1200" dirty="0">
              <a:solidFill>
                <a:schemeClr val="bg2">
                  <a:lumMod val="90000"/>
                </a:schemeClr>
              </a:solidFill>
            </a:rPr>
            <a:t>connected</a:t>
          </a:r>
          <a:r>
            <a:rPr lang="en-US" sz="2000" kern="1200" dirty="0">
              <a:solidFill>
                <a:schemeClr val="bg2">
                  <a:lumMod val="90000"/>
                </a:schemeClr>
              </a:solidFill>
            </a:rPr>
            <a:t> throughout the project.  Clear </a:t>
          </a:r>
          <a:r>
            <a:rPr lang="en-US" sz="2400" kern="1200" dirty="0">
              <a:solidFill>
                <a:schemeClr val="bg2">
                  <a:lumMod val="90000"/>
                </a:schemeClr>
              </a:solidFill>
            </a:rPr>
            <a:t>communication</a:t>
          </a:r>
          <a:r>
            <a:rPr lang="en-US" sz="2000" kern="1200" dirty="0">
              <a:solidFill>
                <a:schemeClr val="bg2">
                  <a:lumMod val="90000"/>
                </a:schemeClr>
              </a:solidFill>
            </a:rPr>
            <a:t> and shared responsibilities helped us move from early drafts to a working MVP.</a:t>
          </a:r>
        </a:p>
      </dsp:txBody>
      <dsp:txXfrm>
        <a:off x="0" y="31229"/>
        <a:ext cx="3568855" cy="3061368"/>
      </dsp:txXfrm>
    </dsp:sp>
    <dsp:sp modelId="{E908508B-23C6-48DB-BDC6-AB1564603010}">
      <dsp:nvSpPr>
        <dsp:cNvPr id="0" name=""/>
        <dsp:cNvSpPr/>
      </dsp:nvSpPr>
      <dsp:spPr>
        <a:xfrm>
          <a:off x="3925740" y="0"/>
          <a:ext cx="3568855" cy="340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endParaRPr lang="en-US" sz="1800" kern="1200" dirty="0">
            <a:solidFill>
              <a:schemeClr val="bg2">
                <a:lumMod val="90000"/>
              </a:schemeClr>
            </a:solidFill>
          </a:endParaRPr>
        </a:p>
      </dsp:txBody>
      <dsp:txXfrm>
        <a:off x="3925740" y="0"/>
        <a:ext cx="3568855" cy="340152"/>
      </dsp:txXfrm>
    </dsp:sp>
    <dsp:sp modelId="{E622D727-0608-4F02-B423-58AC4AF33814}">
      <dsp:nvSpPr>
        <dsp:cNvPr id="0" name=""/>
        <dsp:cNvSpPr/>
      </dsp:nvSpPr>
      <dsp:spPr>
        <a:xfrm>
          <a:off x="3925740" y="55934"/>
          <a:ext cx="3568855" cy="306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dirty="0">
              <a:solidFill>
                <a:schemeClr val="bg2">
                  <a:lumMod val="90000"/>
                </a:schemeClr>
              </a:solidFill>
            </a:rPr>
            <a:t>Everyone </a:t>
          </a:r>
          <a:r>
            <a:rPr lang="en-US" sz="2400" kern="1200" dirty="0">
              <a:solidFill>
                <a:schemeClr val="bg2">
                  <a:lumMod val="90000"/>
                </a:schemeClr>
              </a:solidFill>
            </a:rPr>
            <a:t>contributed</a:t>
          </a:r>
          <a:r>
            <a:rPr lang="en-US" sz="2000" kern="1200" dirty="0">
              <a:solidFill>
                <a:schemeClr val="bg2">
                  <a:lumMod val="90000"/>
                </a:schemeClr>
              </a:solidFill>
            </a:rPr>
            <a:t> in different ways from building pages, organizing structure, </a:t>
          </a:r>
          <a:r>
            <a:rPr lang="en-US" sz="2400" kern="1200" dirty="0">
              <a:solidFill>
                <a:schemeClr val="bg2">
                  <a:lumMod val="90000"/>
                </a:schemeClr>
              </a:solidFill>
            </a:rPr>
            <a:t>refining</a:t>
          </a:r>
          <a:r>
            <a:rPr lang="en-US" sz="2000" kern="1200" dirty="0">
              <a:solidFill>
                <a:schemeClr val="bg2">
                  <a:lumMod val="90000"/>
                </a:schemeClr>
              </a:solidFill>
            </a:rPr>
            <a:t> styles to helping shape the </a:t>
          </a:r>
          <a:r>
            <a:rPr lang="en-US" sz="2400" kern="1200" dirty="0">
              <a:solidFill>
                <a:schemeClr val="bg2">
                  <a:lumMod val="90000"/>
                </a:schemeClr>
              </a:solidFill>
            </a:rPr>
            <a:t>flow</a:t>
          </a:r>
          <a:r>
            <a:rPr lang="en-US" sz="2000" kern="1200" dirty="0">
              <a:solidFill>
                <a:schemeClr val="bg2">
                  <a:lumMod val="90000"/>
                </a:schemeClr>
              </a:solidFill>
            </a:rPr>
            <a:t> of the site.  Our combined efforts created a </a:t>
          </a:r>
          <a:r>
            <a:rPr lang="en-US" sz="2400" kern="1200" dirty="0">
              <a:solidFill>
                <a:schemeClr val="bg2">
                  <a:lumMod val="90000"/>
                </a:schemeClr>
              </a:solidFill>
            </a:rPr>
            <a:t>foundation</a:t>
          </a:r>
          <a:r>
            <a:rPr lang="en-US" sz="2000" kern="1200" dirty="0">
              <a:solidFill>
                <a:schemeClr val="bg2">
                  <a:lumMod val="90000"/>
                </a:schemeClr>
              </a:solidFill>
            </a:rPr>
            <a:t> we can continue improving.</a:t>
          </a:r>
        </a:p>
      </dsp:txBody>
      <dsp:txXfrm>
        <a:off x="3925740" y="55934"/>
        <a:ext cx="3568855" cy="3061368"/>
      </dsp:txXfrm>
    </dsp:sp>
    <dsp:sp modelId="{7A953517-1047-4B2C-92F9-01B57A24E6E2}">
      <dsp:nvSpPr>
        <dsp:cNvPr id="0" name=""/>
        <dsp:cNvSpPr/>
      </dsp:nvSpPr>
      <dsp:spPr>
        <a:xfrm>
          <a:off x="7851481" y="0"/>
          <a:ext cx="3568855" cy="340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endParaRPr lang="en-US" sz="1800" kern="1200" dirty="0">
            <a:solidFill>
              <a:schemeClr val="bg2">
                <a:lumMod val="90000"/>
              </a:schemeClr>
            </a:solidFill>
          </a:endParaRPr>
        </a:p>
      </dsp:txBody>
      <dsp:txXfrm>
        <a:off x="7851481" y="0"/>
        <a:ext cx="3568855" cy="340152"/>
      </dsp:txXfrm>
    </dsp:sp>
    <dsp:sp modelId="{5B20866A-970C-4854-89E3-B2C9EB731F71}">
      <dsp:nvSpPr>
        <dsp:cNvPr id="0" name=""/>
        <dsp:cNvSpPr/>
      </dsp:nvSpPr>
      <dsp:spPr>
        <a:xfrm>
          <a:off x="7851481" y="55934"/>
          <a:ext cx="3568855" cy="306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dirty="0">
              <a:solidFill>
                <a:schemeClr val="bg2">
                  <a:lumMod val="90000"/>
                </a:schemeClr>
              </a:solidFill>
            </a:rPr>
            <a:t>Going </a:t>
          </a:r>
          <a:r>
            <a:rPr lang="en-US" sz="2400" kern="1200" dirty="0">
              <a:solidFill>
                <a:schemeClr val="bg2">
                  <a:lumMod val="90000"/>
                </a:schemeClr>
              </a:solidFill>
            </a:rPr>
            <a:t>forward</a:t>
          </a:r>
          <a:r>
            <a:rPr lang="en-US" sz="2000" kern="1200" dirty="0">
              <a:solidFill>
                <a:schemeClr val="bg2">
                  <a:lumMod val="90000"/>
                </a:schemeClr>
              </a:solidFill>
            </a:rPr>
            <a:t>, we plan to </a:t>
          </a:r>
          <a:r>
            <a:rPr lang="en-US" sz="2400" kern="1200" dirty="0">
              <a:solidFill>
                <a:schemeClr val="bg2">
                  <a:lumMod val="90000"/>
                </a:schemeClr>
              </a:solidFill>
            </a:rPr>
            <a:t>enhance</a:t>
          </a:r>
          <a:r>
            <a:rPr lang="en-US" sz="2000" kern="1200" dirty="0">
              <a:solidFill>
                <a:schemeClr val="bg2">
                  <a:lumMod val="90000"/>
                </a:schemeClr>
              </a:solidFill>
            </a:rPr>
            <a:t> responsiveness, </a:t>
          </a:r>
          <a:r>
            <a:rPr lang="en-US" sz="2400" kern="1200" dirty="0">
              <a:solidFill>
                <a:schemeClr val="bg2">
                  <a:lumMod val="90000"/>
                </a:schemeClr>
              </a:solidFill>
            </a:rPr>
            <a:t>refine</a:t>
          </a:r>
          <a:r>
            <a:rPr lang="en-US" sz="2000" kern="1200" dirty="0">
              <a:solidFill>
                <a:schemeClr val="bg2">
                  <a:lumMod val="90000"/>
                </a:schemeClr>
              </a:solidFill>
            </a:rPr>
            <a:t> layouts, and add new </a:t>
          </a:r>
          <a:r>
            <a:rPr lang="en-US" sz="2800" kern="1200" dirty="0">
              <a:solidFill>
                <a:schemeClr val="bg2">
                  <a:lumMod val="90000"/>
                </a:schemeClr>
              </a:solidFill>
            </a:rPr>
            <a:t>features</a:t>
          </a:r>
          <a:r>
            <a:rPr lang="en-US" sz="2000" kern="1200" dirty="0">
              <a:solidFill>
                <a:schemeClr val="bg2">
                  <a:lumMod val="90000"/>
                </a:schemeClr>
              </a:solidFill>
            </a:rPr>
            <a:t> such as??We also hope to gather feedback and make the site </a:t>
          </a:r>
          <a:r>
            <a:rPr lang="en-US" sz="2400" kern="1200" dirty="0">
              <a:solidFill>
                <a:schemeClr val="bg2">
                  <a:lumMod val="90000"/>
                </a:schemeClr>
              </a:solidFill>
            </a:rPr>
            <a:t>even more intuitive</a:t>
          </a:r>
          <a:r>
            <a:rPr lang="en-US" sz="2000" kern="1200" dirty="0">
              <a:solidFill>
                <a:schemeClr val="bg2">
                  <a:lumMod val="90000"/>
                </a:schemeClr>
              </a:solidFill>
            </a:rPr>
            <a:t>.</a:t>
          </a:r>
        </a:p>
      </dsp:txBody>
      <dsp:txXfrm>
        <a:off x="7851481" y="55934"/>
        <a:ext cx="3568855" cy="3061368"/>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AB2282-DBB3-4167-9883-CA3FADE4B472}" type="datetimeFigureOut">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B285C-9E27-43B0-9906-31FF8615450E}" type="slidenum">
              <a:t>‹#›</a:t>
            </a:fld>
            <a:endParaRPr lang="en-US"/>
          </a:p>
        </p:txBody>
      </p:sp>
    </p:spTree>
    <p:extLst>
      <p:ext uri="{BB962C8B-B14F-4D97-AF65-F5344CB8AC3E}">
        <p14:creationId xmlns:p14="http://schemas.microsoft.com/office/powerpoint/2010/main" val="221664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Added tagline, refine all placeholder type text…redundant info etc.</a:t>
            </a:r>
          </a:p>
        </p:txBody>
      </p:sp>
      <p:sp>
        <p:nvSpPr>
          <p:cNvPr id="4" name="Slide Number Placeholder 3"/>
          <p:cNvSpPr>
            <a:spLocks noGrp="1"/>
          </p:cNvSpPr>
          <p:nvPr>
            <p:ph type="sldNum" sz="quarter" idx="5"/>
          </p:nvPr>
        </p:nvSpPr>
        <p:spPr/>
        <p:txBody>
          <a:bodyPr/>
          <a:lstStyle/>
          <a:p>
            <a:fld id="{19FFB361-7A0A-42EE-8AF1-874074F4D3DC}" type="slidenum">
              <a:t>1</a:t>
            </a:fld>
            <a:endParaRPr lang="en-US"/>
          </a:p>
        </p:txBody>
      </p:sp>
    </p:spTree>
    <p:extLst>
      <p:ext uri="{BB962C8B-B14F-4D97-AF65-F5344CB8AC3E}">
        <p14:creationId xmlns:p14="http://schemas.microsoft.com/office/powerpoint/2010/main" val="1777962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The opening slide introduces the project titled 'Buyer’s Market,' developed by the team Four Functioneers for the DEV 109 course in Fall 2025. This platform is designed as a community-focused exchange system for free and low-cost items, emphasizing accessibility and simplicity. The title slide should clearly display the project name, team name, course details, and a concise tagline that communicates the purpose of the platform. This sets the tone for the presentation and provides the audience with immediate context about the project’s goals and scope.  *** Intro new tagline?***</a:t>
            </a:r>
          </a:p>
        </p:txBody>
      </p:sp>
      <p:sp>
        <p:nvSpPr>
          <p:cNvPr id="4" name="Slide Number Placeholder 3"/>
          <p:cNvSpPr>
            <a:spLocks noGrp="1"/>
          </p:cNvSpPr>
          <p:nvPr>
            <p:ph type="sldNum" sz="quarter" idx="5"/>
          </p:nvPr>
        </p:nvSpPr>
        <p:spPr/>
        <p:txBody>
          <a:bodyPr/>
          <a:lstStyle/>
          <a:p>
            <a:fld id="{19FFB361-7A0A-42EE-8AF1-874074F4D3DC}" type="slidenum">
              <a:t>2</a:t>
            </a:fld>
            <a:endParaRPr lang="en-US"/>
          </a:p>
        </p:txBody>
      </p:sp>
    </p:spTree>
    <p:extLst>
      <p:ext uri="{BB962C8B-B14F-4D97-AF65-F5344CB8AC3E}">
        <p14:creationId xmlns:p14="http://schemas.microsoft.com/office/powerpoint/2010/main" val="9285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Buyer’s Market is a simple community exchange site that allows users to post and find items that are free or priced under $20. The fictional client represents a local community group like Buy Nothing or neighborhood freecycle initiatives. To define client goals, the team analyzed common needs of such groups, applied assignment constraints, and prioritized straightforward user flows such as posting items, browsing listings, and receiving notifications. This approach ensures that the platform remains user-friendly and meets the essential requirements of community-driven exchanges.</a:t>
            </a:r>
          </a:p>
        </p:txBody>
      </p:sp>
      <p:sp>
        <p:nvSpPr>
          <p:cNvPr id="4" name="Slide Number Placeholder 3"/>
          <p:cNvSpPr>
            <a:spLocks noGrp="1"/>
          </p:cNvSpPr>
          <p:nvPr>
            <p:ph type="sldNum" sz="quarter" idx="5"/>
          </p:nvPr>
        </p:nvSpPr>
        <p:spPr/>
        <p:txBody>
          <a:bodyPr/>
          <a:lstStyle/>
          <a:p>
            <a:fld id="{19FFB361-7A0A-42EE-8AF1-874074F4D3DC}" type="slidenum">
              <a:t>3</a:t>
            </a:fld>
            <a:endParaRPr lang="en-US"/>
          </a:p>
        </p:txBody>
      </p:sp>
    </p:spTree>
    <p:extLst>
      <p:ext uri="{BB962C8B-B14F-4D97-AF65-F5344CB8AC3E}">
        <p14:creationId xmlns:p14="http://schemas.microsoft.com/office/powerpoint/2010/main" val="4245518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The project was guided by five primary goals: (1) Easy Posting, achieved through a Post Item form with required fields; (2) Easy Browsing, implemented via a clean and organized listings page; (3) Staying Informed, supported by a notification signup system with category filters; (4) Accessibility, ensured through semantic headings, alt text, proper contrast, and clear navigation; and (5) Mobile-Friendly Foundation, established using Flex/Grid structures with plans for media queries. Each goal was addressed with practical solutions to create a functional and inclusive platform.</a:t>
            </a:r>
          </a:p>
        </p:txBody>
      </p:sp>
      <p:sp>
        <p:nvSpPr>
          <p:cNvPr id="4" name="Slide Number Placeholder 3"/>
          <p:cNvSpPr>
            <a:spLocks noGrp="1"/>
          </p:cNvSpPr>
          <p:nvPr>
            <p:ph type="sldNum" sz="quarter" idx="5"/>
          </p:nvPr>
        </p:nvSpPr>
        <p:spPr/>
        <p:txBody>
          <a:bodyPr/>
          <a:lstStyle/>
          <a:p>
            <a:fld id="{19FFB361-7A0A-42EE-8AF1-874074F4D3DC}" type="slidenum">
              <a:t>4</a:t>
            </a:fld>
            <a:endParaRPr lang="en-US"/>
          </a:p>
        </p:txBody>
      </p:sp>
    </p:spTree>
    <p:extLst>
      <p:ext uri="{BB962C8B-B14F-4D97-AF65-F5344CB8AC3E}">
        <p14:creationId xmlns:p14="http://schemas.microsoft.com/office/powerpoint/2010/main" val="1266812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Screenshots: What We Built</a:t>
            </a:r>
          </a:p>
        </p:txBody>
      </p:sp>
      <p:sp>
        <p:nvSpPr>
          <p:cNvPr id="4" name="Slide Number Placeholder 3"/>
          <p:cNvSpPr>
            <a:spLocks noGrp="1"/>
          </p:cNvSpPr>
          <p:nvPr>
            <p:ph type="sldNum" sz="quarter" idx="5"/>
          </p:nvPr>
        </p:nvSpPr>
        <p:spPr/>
        <p:txBody>
          <a:bodyPr/>
          <a:lstStyle/>
          <a:p>
            <a:fld id="{19FFB361-7A0A-42EE-8AF1-874074F4D3DC}" type="slidenum">
              <a:t>5</a:t>
            </a:fld>
            <a:endParaRPr lang="en-US"/>
          </a:p>
        </p:txBody>
      </p:sp>
    </p:spTree>
    <p:extLst>
      <p:ext uri="{BB962C8B-B14F-4D97-AF65-F5344CB8AC3E}">
        <p14:creationId xmlns:p14="http://schemas.microsoft.com/office/powerpoint/2010/main" val="1832321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This section provides a visual representation of the platform through screenshots of key components: the Home Page MVP, Listings Page Prototype, Post Item Form, and Notifications Signup. These images serve as a visual anchor for the audience, illustrating the tangible progress made during development. Each screenshot should include a brief caption to explain its purpose and functionality, helping viewers connect the design elements with the goals previously discussed…need to insert slides, maybe just 2 with 2 columns and captions???</a:t>
            </a:r>
          </a:p>
        </p:txBody>
      </p:sp>
      <p:sp>
        <p:nvSpPr>
          <p:cNvPr id="4" name="Slide Number Placeholder 3"/>
          <p:cNvSpPr>
            <a:spLocks noGrp="1"/>
          </p:cNvSpPr>
          <p:nvPr>
            <p:ph type="sldNum" sz="quarter" idx="5"/>
          </p:nvPr>
        </p:nvSpPr>
        <p:spPr/>
        <p:txBody>
          <a:bodyPr/>
          <a:lstStyle/>
          <a:p>
            <a:fld id="{19FFB361-7A0A-42EE-8AF1-874074F4D3DC}" type="slidenum">
              <a:t>6</a:t>
            </a:fld>
            <a:endParaRPr lang="en-US"/>
          </a:p>
        </p:txBody>
      </p:sp>
    </p:spTree>
    <p:extLst>
      <p:ext uri="{BB962C8B-B14F-4D97-AF65-F5344CB8AC3E}">
        <p14:creationId xmlns:p14="http://schemas.microsoft.com/office/powerpoint/2010/main" val="1838769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Team reflections and future versions.  Add end slide?</a:t>
            </a:r>
          </a:p>
        </p:txBody>
      </p:sp>
      <p:sp>
        <p:nvSpPr>
          <p:cNvPr id="4" name="Slide Number Placeholder 3"/>
          <p:cNvSpPr>
            <a:spLocks noGrp="1"/>
          </p:cNvSpPr>
          <p:nvPr>
            <p:ph type="sldNum" sz="quarter" idx="5"/>
          </p:nvPr>
        </p:nvSpPr>
        <p:spPr/>
        <p:txBody>
          <a:bodyPr/>
          <a:lstStyle/>
          <a:p>
            <a:fld id="{19FFB361-7A0A-42EE-8AF1-874074F4D3DC}" type="slidenum">
              <a:t>7</a:t>
            </a:fld>
            <a:endParaRPr lang="en-US"/>
          </a:p>
        </p:txBody>
      </p:sp>
    </p:spTree>
    <p:extLst>
      <p:ext uri="{BB962C8B-B14F-4D97-AF65-F5344CB8AC3E}">
        <p14:creationId xmlns:p14="http://schemas.microsoft.com/office/powerpoint/2010/main" val="32487262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11/23/2025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318326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1">
              <a:rPr lang="en-US" smtClean="0"/>
              <a:t>11/23/2025</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8336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6236208" cy="369417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6236208"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413504" y="207982"/>
            <a:ext cx="1682496" cy="413360"/>
          </a:xfrm>
        </p:spPr>
        <p:txBody>
          <a:bodyPr/>
          <a:lstStyle>
            <a:lvl1pPr>
              <a:defRPr>
                <a:solidFill>
                  <a:schemeClr val="tx2"/>
                </a:solidFill>
              </a:defRPr>
            </a:lvl1pPr>
          </a:lstStyle>
          <a:p>
            <a:fld id="{F7E6234A-55DB-493D-B5E3-FA55E3CA245B}" type="datetime1">
              <a:rPr lang="en-US" smtClean="0"/>
              <a:t>11/23/2025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6009801" y="207982"/>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278624" y="0"/>
            <a:ext cx="4913373" cy="6858000"/>
          </a:xfrm>
          <a:blipFill>
            <a:blip r:embed="rId2">
              <a:alphaModFix amt="80000"/>
            </a:blip>
            <a:stretch>
              <a:fillRect/>
            </a:stretch>
          </a:blipFill>
        </p:spPr>
        <p:txBody>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87083F37-054B-54D7-2AD5-6DFFCC79603C}"/>
              </a:ext>
            </a:extLst>
          </p:cNvPr>
          <p:cNvCxnSpPr>
            <a:cxnSpLocks/>
          </p:cNvCxnSpPr>
          <p:nvPr/>
        </p:nvCxnSpPr>
        <p:spPr>
          <a:xfrm>
            <a:off x="0" y="5287974"/>
            <a:ext cx="72776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99AB8D9-761C-35FC-CA6D-1317D71DF6BE}"/>
              </a:ext>
            </a:extLst>
          </p:cNvPr>
          <p:cNvCxnSpPr>
            <a:cxnSpLocks/>
          </p:cNvCxnSpPr>
          <p:nvPr/>
        </p:nvCxnSpPr>
        <p:spPr>
          <a:xfrm flipV="1">
            <a:off x="7277621" y="0"/>
            <a:ext cx="0" cy="685800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72453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11/23/2025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876234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11/23/2025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3351154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5422392" cy="3822192"/>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86400"/>
            <a:ext cx="5422391" cy="97840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815840" y="207982"/>
            <a:ext cx="1280160" cy="413360"/>
          </a:xfrm>
        </p:spPr>
        <p:txBody>
          <a:bodyPr/>
          <a:lstStyle/>
          <a:p>
            <a:fld id="{630E96CE-B7D5-4325-A1C8-DFEADC4BE081}" type="datetime1">
              <a:rPr lang="en-US" smtClean="0"/>
              <a:t>11/23/2025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5982383" y="207982"/>
            <a:ext cx="546447" cy="413360"/>
          </a:xfrm>
        </p:spPr>
        <p:txBody>
          <a:body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035554" y="0"/>
            <a:ext cx="5156444" cy="6858000"/>
          </a:xfrm>
          <a:blipFill dpi="0" rotWithShape="1">
            <a:blip r:embed="rId2">
              <a:alphaModFix amt="80000"/>
            </a:blip>
            <a:srcRect/>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E1B20121-9211-E62C-6EDF-8301AE0A0865}"/>
              </a:ext>
            </a:extLst>
          </p:cNvPr>
          <p:cNvCxnSpPr>
            <a:cxnSpLocks/>
          </p:cNvCxnSpPr>
          <p:nvPr/>
        </p:nvCxnSpPr>
        <p:spPr>
          <a:xfrm>
            <a:off x="-4130" y="5215687"/>
            <a:ext cx="703225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A69D92-87B2-B41F-6979-69668092108B}"/>
              </a:ext>
            </a:extLst>
          </p:cNvPr>
          <p:cNvCxnSpPr>
            <a:cxnSpLocks/>
          </p:cNvCxnSpPr>
          <p:nvPr/>
        </p:nvCxnSpPr>
        <p:spPr>
          <a:xfrm flipV="1">
            <a:off x="7028120" y="0"/>
            <a:ext cx="0" cy="685800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875416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9287134" cy="3410712"/>
          </a:xfrm>
        </p:spPr>
        <p:txBody>
          <a:bodyPr vert="horz" lIns="91440" tIns="45720" rIns="91440" bIns="45720" rtlCol="0" anchor="t">
            <a:normAutofit/>
          </a:bodyPr>
          <a:lstStyle>
            <a:lvl1pPr>
              <a:defRPr lang="en-US" sz="125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11155680"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2"/>
                </a:solidFill>
              </a:defRPr>
            </a:lvl1pPr>
          </a:lstStyle>
          <a:p>
            <a:fld id="{09DAD850-6AC5-466F-AC13-19EF30EEFBC3}" type="datetime1">
              <a:rPr lang="en-US" smtClean="0"/>
              <a:t>11/23/2025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9D0B70F0-3BE4-FD57-7260-3612F25DFB6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8588333"/>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1">
              <a:rPr lang="en-US" smtClean="0"/>
              <a:t>11/23/2025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647840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1426464"/>
            <a:ext cx="9528048" cy="4183468"/>
          </a:xfrm>
        </p:spPr>
        <p:txBody>
          <a:bodyPr vert="horz" lIns="91440" tIns="45720" rIns="91440" bIns="45720" rtlCol="0" anchor="b">
            <a:normAutofit/>
          </a:bodyPr>
          <a:lstStyle>
            <a:lvl1pPr>
              <a:defRPr lang="en-US" sz="115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779008"/>
            <a:ext cx="9528047" cy="923544"/>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680069" y="207982"/>
            <a:ext cx="2168017" cy="413360"/>
          </a:xfrm>
        </p:spPr>
        <p:txBody>
          <a:bodyPr/>
          <a:lstStyle/>
          <a:p>
            <a:fld id="{D9253186-4750-42D8-B836-81746FB2A999}" type="datetime1">
              <a:rPr lang="en-US" smtClean="0"/>
              <a:t>11/23/2025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8F6B2E7A-179E-B6D8-4F25-0673E53A95D4}"/>
              </a:ext>
            </a:extLst>
          </p:cNvPr>
          <p:cNvCxnSpPr>
            <a:cxnSpLocks/>
          </p:cNvCxnSpPr>
          <p:nvPr/>
        </p:nvCxnSpPr>
        <p:spPr>
          <a:xfrm>
            <a:off x="1" y="790415"/>
            <a:ext cx="12191999"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577576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11/23/2025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505851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accent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accent1"/>
                </a:solidFill>
              </a:defRPr>
            </a:lvl1pPr>
          </a:lstStyle>
          <a:p>
            <a:r>
              <a:rPr lang="en-US"/>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accent1"/>
                </a:solidFill>
              </a:defRPr>
            </a:lvl1pPr>
          </a:lstStyle>
          <a:p>
            <a:fld id="{4B393500-FDAE-4B7A-8E90-4B7ED0649363}" type="datetime1">
              <a:rPr lang="en-US" smtClean="0"/>
              <a:t>11/23/2025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accent1"/>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6700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1">
              <a:rPr lang="en-US" smtClean="0"/>
              <a:t>11/23/2025</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721187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201297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394368" y="1589105"/>
            <a:ext cx="5403264" cy="1622994"/>
          </a:xfrm>
        </p:spPr>
        <p:txBody>
          <a:bodyPr vert="horz" lIns="91440" tIns="45720" rIns="91440" bIns="45720" rtlCol="0" anchor="b">
            <a:normAutofit/>
          </a:bodyPr>
          <a:lstStyle>
            <a:lvl1pPr algn="ctr">
              <a:defRPr lang="en-US" sz="44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D956E9D4-3B6F-5DDD-5E3B-A829B10ED9F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394368" y="3395398"/>
            <a:ext cx="5403264" cy="1837985"/>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60BAB4-BB08-FD4A-678D-2FFE35A0DFDA}"/>
              </a:ext>
            </a:extLst>
          </p:cNvPr>
          <p:cNvSpPr>
            <a:spLocks noGrp="1"/>
          </p:cNvSpPr>
          <p:nvPr>
            <p:ph type="dt" sz="half" idx="10"/>
          </p:nvPr>
        </p:nvSpPr>
        <p:spPr/>
        <p:txBody>
          <a:bodyPr/>
          <a:lstStyle/>
          <a:p>
            <a:fld id="{B24F1FC4-E055-4072-90AD-B359FC529E8A}" type="datetime1">
              <a:rPr lang="en-US" smtClean="0"/>
              <a:t>11/23/2025</a:t>
            </a:fld>
            <a:endParaRPr lang="en-US"/>
          </a:p>
        </p:txBody>
      </p:sp>
      <p:sp>
        <p:nvSpPr>
          <p:cNvPr id="10" name="Slide Number Placeholder 9">
            <a:extLst>
              <a:ext uri="{FF2B5EF4-FFF2-40B4-BE49-F238E27FC236}">
                <a16:creationId xmlns:a16="http://schemas.microsoft.com/office/drawing/2014/main" id="{DBF6EF0E-4178-1F33-0BF9-2A2B4C33C257}"/>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801A3D6-493E-2CE6-4153-5A2D3C978311}"/>
              </a:ext>
            </a:extLst>
          </p:cNvPr>
          <p:cNvCxnSpPr>
            <a:cxnSpLocks/>
          </p:cNvCxnSpPr>
          <p:nvPr/>
        </p:nvCxnSpPr>
        <p:spPr>
          <a:xfrm>
            <a:off x="2673336"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7E29DE-22CD-1512-C9E7-51C4D8B5F337}"/>
              </a:ext>
            </a:extLst>
          </p:cNvPr>
          <p:cNvCxnSpPr>
            <a:cxnSpLocks/>
          </p:cNvCxnSpPr>
          <p:nvPr/>
        </p:nvCxnSpPr>
        <p:spPr>
          <a:xfrm>
            <a:off x="9526413"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727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2" y="1100834"/>
            <a:ext cx="8533261" cy="2314842"/>
          </a:xfrm>
        </p:spPr>
        <p:txBody>
          <a:bodyPr vert="horz" lIns="91440" tIns="45720" rIns="91440" bIns="45720" rtlCol="0" anchor="t">
            <a:normAutofit/>
          </a:bodyPr>
          <a:lstStyle>
            <a:lvl1pPr>
              <a:defRPr lang="en-US" sz="8000"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F6B2ADB6-8B11-5463-D307-3F4916CA6A7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566893" y="3442324"/>
            <a:ext cx="3894179" cy="2274889"/>
          </a:xfrm>
        </p:spPr>
        <p:txBody>
          <a:bodyPr vert="horz" lIns="91440" tIns="45720" rIns="91440" bIns="45720" rtlCol="0" anchor="b">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1A9A27FE-5C62-0E4C-1D35-2B5BE652199D}"/>
              </a:ext>
            </a:extLst>
          </p:cNvPr>
          <p:cNvSpPr>
            <a:spLocks noGrp="1"/>
          </p:cNvSpPr>
          <p:nvPr>
            <p:ph type="dt" sz="half" idx="10"/>
          </p:nvPr>
        </p:nvSpPr>
        <p:spPr/>
        <p:txBody>
          <a:bodyPr/>
          <a:lstStyle/>
          <a:p>
            <a:fld id="{69AE50BB-FE55-4F45-B460-B5BF3CD2BA72}" type="datetime1">
              <a:rPr lang="en-US" smtClean="0"/>
              <a:t>11/23/2025</a:t>
            </a:fld>
            <a:endParaRPr lang="en-US"/>
          </a:p>
        </p:txBody>
      </p:sp>
      <p:sp>
        <p:nvSpPr>
          <p:cNvPr id="13" name="Slide Number Placeholder 12">
            <a:extLst>
              <a:ext uri="{FF2B5EF4-FFF2-40B4-BE49-F238E27FC236}">
                <a16:creationId xmlns:a16="http://schemas.microsoft.com/office/drawing/2014/main" id="{047450B0-6060-60C9-5AC2-20186A242445}"/>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5993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1">
              <a:rPr lang="en-US" smtClean="0"/>
              <a:t>11/23/2025</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8998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1264785"/>
            <a:ext cx="4479107" cy="4315917"/>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22A59EF-3E61-0654-D289-2E1D6B738BA9}"/>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1264782"/>
            <a:ext cx="5869293" cy="43159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1E4E1FBF-A73A-1962-4961-FD2DDB212A04}"/>
              </a:ext>
            </a:extLst>
          </p:cNvPr>
          <p:cNvSpPr>
            <a:spLocks noGrp="1"/>
          </p:cNvSpPr>
          <p:nvPr>
            <p:ph type="dt" sz="half" idx="10"/>
          </p:nvPr>
        </p:nvSpPr>
        <p:spPr>
          <a:xfrm>
            <a:off x="5751577" y="207982"/>
            <a:ext cx="1921315" cy="413360"/>
          </a:xfrm>
        </p:spPr>
        <p:txBody>
          <a:bodyPr/>
          <a:lstStyle/>
          <a:p>
            <a:fld id="{A160C79D-A598-4F1A-884F-A703D5B0FD7B}" type="datetime1">
              <a:rPr lang="en-US" smtClean="0"/>
              <a:t>11/23/2025</a:t>
            </a:fld>
            <a:endParaRPr lang="en-US"/>
          </a:p>
        </p:txBody>
      </p:sp>
      <p:sp>
        <p:nvSpPr>
          <p:cNvPr id="11" name="Slide Number Placeholder 10">
            <a:extLst>
              <a:ext uri="{FF2B5EF4-FFF2-40B4-BE49-F238E27FC236}">
                <a16:creationId xmlns:a16="http://schemas.microsoft.com/office/drawing/2014/main" id="{EB5754BB-F3CF-1B1E-E0B8-85D0578CB61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787587"/>
            <a:ext cx="0" cy="527031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63667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1">
              <a:rPr lang="en-US" smtClean="0"/>
              <a:t>11/23/2025</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3854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1034473"/>
            <a:ext cx="11420337" cy="1582221"/>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974109"/>
            <a:ext cx="11420336" cy="3401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E617F9A-AF72-E9F9-FE67-264CFD0B855C}"/>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70522668-B624-9A0D-743B-874B6468AC18}"/>
              </a:ext>
            </a:extLst>
          </p:cNvPr>
          <p:cNvSpPr>
            <a:spLocks noGrp="1"/>
          </p:cNvSpPr>
          <p:nvPr>
            <p:ph type="dt" sz="half" idx="10"/>
          </p:nvPr>
        </p:nvSpPr>
        <p:spPr/>
        <p:txBody>
          <a:bodyPr/>
          <a:lstStyle/>
          <a:p>
            <a:fld id="{7DD67DB9-842B-4031-A4D5-ECF9E159B606}" type="datetime1">
              <a:rPr lang="en-US" smtClean="0"/>
              <a:t>11/23/2025</a:t>
            </a:fld>
            <a:endParaRPr lang="en-US"/>
          </a:p>
        </p:txBody>
      </p:sp>
      <p:sp>
        <p:nvSpPr>
          <p:cNvPr id="10" name="Slide Number Placeholder 9">
            <a:extLst>
              <a:ext uri="{FF2B5EF4-FFF2-40B4-BE49-F238E27FC236}">
                <a16:creationId xmlns:a16="http://schemas.microsoft.com/office/drawing/2014/main" id="{F09EC300-3CBF-3BA7-991F-4143EBA209C4}"/>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2703185"/>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6480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5088" y="1249959"/>
            <a:ext cx="3578905" cy="5125673"/>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34E7AB67-A25E-F99D-7053-223A31AB4A9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75958" y="1249958"/>
            <a:ext cx="7022846" cy="53629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44B773E1-C0C5-10BC-5283-0943095DF2D9}"/>
              </a:ext>
            </a:extLst>
          </p:cNvPr>
          <p:cNvSpPr>
            <a:spLocks noGrp="1"/>
          </p:cNvSpPr>
          <p:nvPr>
            <p:ph type="dt" sz="half" idx="10"/>
          </p:nvPr>
        </p:nvSpPr>
        <p:spPr>
          <a:xfrm>
            <a:off x="4775958" y="207982"/>
            <a:ext cx="1921315" cy="413360"/>
          </a:xfrm>
        </p:spPr>
        <p:txBody>
          <a:bodyPr/>
          <a:lstStyle/>
          <a:p>
            <a:fld id="{CBE35CD3-9190-4B1C-AA9F-C899B0873567}" type="datetime1">
              <a:rPr lang="en-US" smtClean="0"/>
              <a:t>11/23/2025</a:t>
            </a:fld>
            <a:endParaRPr lang="en-US"/>
          </a:p>
        </p:txBody>
      </p:sp>
      <p:sp>
        <p:nvSpPr>
          <p:cNvPr id="10" name="Slide Number Placeholder 9">
            <a:extLst>
              <a:ext uri="{FF2B5EF4-FFF2-40B4-BE49-F238E27FC236}">
                <a16:creationId xmlns:a16="http://schemas.microsoft.com/office/drawing/2014/main" id="{8E615B6D-D0FF-BC11-9C32-FDA7B7D08BA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336321"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20253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83140"/>
            <a:ext cx="11452341"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E3CC60A8-3DE8-B0E7-1EC5-2B337CF2BA7D}"/>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1743311"/>
            <a:ext cx="11452342" cy="491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7EB01C-FB71-1416-6F69-B25D90D39C0F}"/>
              </a:ext>
            </a:extLst>
          </p:cNvPr>
          <p:cNvSpPr>
            <a:spLocks noGrp="1"/>
          </p:cNvSpPr>
          <p:nvPr>
            <p:ph type="dt" sz="half" idx="10"/>
          </p:nvPr>
        </p:nvSpPr>
        <p:spPr/>
        <p:txBody>
          <a:bodyPr/>
          <a:lstStyle/>
          <a:p>
            <a:fld id="{52A7ABF8-FBB9-4C71-BBD7-96C5E24AE291}" type="datetime1">
              <a:rPr lang="en-US" smtClean="0"/>
              <a:t>11/23/2025</a:t>
            </a:fld>
            <a:endParaRPr lang="en-US"/>
          </a:p>
        </p:txBody>
      </p:sp>
      <p:sp>
        <p:nvSpPr>
          <p:cNvPr id="13" name="Slide Number Placeholder 12">
            <a:extLst>
              <a:ext uri="{FF2B5EF4-FFF2-40B4-BE49-F238E27FC236}">
                <a16:creationId xmlns:a16="http://schemas.microsoft.com/office/drawing/2014/main" id="{8E842DA4-700F-A2D4-6AB8-0BAEDF3210B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C5BF1F3F-87E2-1270-FB4D-FD251AD7E63C}"/>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83715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23895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649965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1"/>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364879" y="210311"/>
            <a:ext cx="1679642" cy="411480"/>
          </a:xfrm>
        </p:spPr>
        <p:txBody>
          <a:bodyPr/>
          <a:lstStyle/>
          <a:p>
            <a:fld id="{18520A44-1A63-4FB7-80E4-61FF907A138E}"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6147480"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2944368"/>
            <a:ext cx="6499657"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77621" y="0"/>
            <a:ext cx="4914379"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272857"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1667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11/23/2025</a:t>
            </a:fld>
            <a:endParaRPr 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35810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11/23/2025</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18029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749808"/>
            <a:ext cx="416367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7520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73675" y="210312"/>
            <a:ext cx="1058111" cy="411480"/>
          </a:xfrm>
        </p:spPr>
        <p:txBody>
          <a:bodyPr/>
          <a:lstStyle/>
          <a:p>
            <a:fld id="{A2955807-6726-42C9-B7D5-F5CAD1E31DC0}"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54543"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61" y="2944368"/>
            <a:ext cx="4163674"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881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01013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6881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19E9D652-D7DE-25C0-FCD7-3031AEEB0C6C}"/>
              </a:ext>
            </a:extLst>
          </p:cNvPr>
          <p:cNvCxnSpPr>
            <a:cxnSpLocks/>
          </p:cNvCxnSpPr>
          <p:nvPr/>
        </p:nvCxnSpPr>
        <p:spPr>
          <a:xfrm>
            <a:off x="7291894"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79826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41346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1">
              <a:rPr lang="en-US" smtClean="0"/>
              <a:t>11/23/2025</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22840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11/23/2025</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4914379"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33545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7"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BBEAB049-8AFC-5262-0ECB-2E9CDA2066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6E26863A-85CF-52FA-E2B2-AF70382C6922}"/>
              </a:ext>
            </a:extLst>
          </p:cNvPr>
          <p:cNvSpPr>
            <a:spLocks noGrp="1"/>
          </p:cNvSpPr>
          <p:nvPr>
            <p:ph type="dt" sz="half" idx="14"/>
          </p:nvPr>
        </p:nvSpPr>
        <p:spPr/>
        <p:txBody>
          <a:bodyPr/>
          <a:lstStyle/>
          <a:p>
            <a:fld id="{E1987558-2E71-415A-A90B-E63D7A0329F1}" type="datetime1">
              <a:rPr lang="en-US" smtClean="0"/>
              <a:t>11/23/2025</a:t>
            </a:fld>
            <a:endParaRPr lang="en-US"/>
          </a:p>
        </p:txBody>
      </p:sp>
      <p:sp>
        <p:nvSpPr>
          <p:cNvPr id="12" name="Slide Number Placeholder 11">
            <a:extLst>
              <a:ext uri="{FF2B5EF4-FFF2-40B4-BE49-F238E27FC236}">
                <a16:creationId xmlns:a16="http://schemas.microsoft.com/office/drawing/2014/main" id="{1DF7822C-4885-9FA2-F9E5-E0B61BDDB41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6419605" cy="437535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86058" y="1834525"/>
            <a:ext cx="490594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7286058"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74491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84247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4364336"/>
            <a:ext cx="3593592" cy="164772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3985863"/>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0" y="4321099"/>
            <a:ext cx="7136195" cy="206742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5"/>
            <a:ext cx="2962656" cy="36576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0" y="6437375"/>
            <a:ext cx="4549414" cy="365760"/>
          </a:xfrm>
        </p:spPr>
        <p:txBody>
          <a:bodyPr/>
          <a:lstStyle/>
          <a:p>
            <a:fld id="{9215AEAD-579C-4AC1-88F0-8AB8BCFD43FD}"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3657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3985863"/>
            <a:ext cx="0" cy="287213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985863"/>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20600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3593592" cy="164212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210311"/>
            <a:ext cx="4549413" cy="411480"/>
          </a:xfrm>
        </p:spPr>
        <p:txBody>
          <a:bodyPr/>
          <a:lstStyle/>
          <a:p>
            <a:fld id="{6F2DDD3F-C716-416F-92A0-B3CC5AC8AFF6}"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717941"/>
            <a:ext cx="7073776" cy="206654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3048520"/>
            <a:ext cx="12198096" cy="3809480"/>
          </a:xfrm>
          <a:blipFill>
            <a:blip r:embed="rId2">
              <a:alphaModFix amt="80000"/>
            </a:blip>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0"/>
            <a:ext cx="0" cy="304546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045465"/>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22242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392B674-7AB8-8272-87B1-5B7038F7CB85}"/>
              </a:ext>
            </a:extLst>
          </p:cNvPr>
          <p:cNvSpPr>
            <a:spLocks noGrp="1"/>
          </p:cNvSpPr>
          <p:nvPr>
            <p:ph type="pic" sz="quarter" idx="13" hasCustomPrompt="1"/>
          </p:nvPr>
        </p:nvSpPr>
        <p:spPr>
          <a:xfrm>
            <a:off x="0" y="0"/>
            <a:ext cx="12191996" cy="6858000"/>
          </a:xfrm>
          <a:custGeom>
            <a:avLst/>
            <a:gdLst>
              <a:gd name="connsiteX0" fmla="*/ 795631 w 12191996"/>
              <a:gd name="connsiteY0" fmla="*/ 789997 h 6858000"/>
              <a:gd name="connsiteX1" fmla="*/ 795631 w 12191996"/>
              <a:gd name="connsiteY1" fmla="*/ 6068003 h 6858000"/>
              <a:gd name="connsiteX2" fmla="*/ 4649508 w 12191996"/>
              <a:gd name="connsiteY2" fmla="*/ 6068003 h 6858000"/>
              <a:gd name="connsiteX3" fmla="*/ 4649508 w 12191996"/>
              <a:gd name="connsiteY3" fmla="*/ 789997 h 6858000"/>
              <a:gd name="connsiteX4" fmla="*/ 0 w 12191996"/>
              <a:gd name="connsiteY4" fmla="*/ 0 h 6858000"/>
              <a:gd name="connsiteX5" fmla="*/ 12191996 w 12191996"/>
              <a:gd name="connsiteY5" fmla="*/ 0 h 6858000"/>
              <a:gd name="connsiteX6" fmla="*/ 12191996 w 12191996"/>
              <a:gd name="connsiteY6" fmla="*/ 6858000 h 6858000"/>
              <a:gd name="connsiteX7" fmla="*/ 0 w 121919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6" h="6858000">
                <a:moveTo>
                  <a:pt x="795631" y="789997"/>
                </a:moveTo>
                <a:lnTo>
                  <a:pt x="795631" y="6068003"/>
                </a:lnTo>
                <a:lnTo>
                  <a:pt x="4649508" y="6068003"/>
                </a:lnTo>
                <a:lnTo>
                  <a:pt x="4649508" y="789997"/>
                </a:lnTo>
                <a:close/>
                <a:moveTo>
                  <a:pt x="0" y="0"/>
                </a:moveTo>
                <a:lnTo>
                  <a:pt x="12191996" y="0"/>
                </a:lnTo>
                <a:lnTo>
                  <a:pt x="121919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95631" y="789997"/>
            <a:ext cx="3853877" cy="5280546"/>
          </a:xfrm>
          <a:solidFill>
            <a:schemeClr val="bg2"/>
          </a:solidFill>
          <a:ln>
            <a:solidFill>
              <a:schemeClr val="tx2"/>
            </a:solidFill>
          </a:ln>
        </p:spPr>
        <p:txBody>
          <a:bodyPr vert="horz" lIns="45720" tIns="320040" rIns="91440" bIns="3840480" rtlCol="0" anchor="t">
            <a:normAutofit/>
          </a:bodyPr>
          <a:lstStyle>
            <a:lvl1pPr marL="182880">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688899" cy="411480"/>
          </a:xfrm>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129520" y="210312"/>
            <a:ext cx="1060704" cy="411480"/>
          </a:xfrm>
        </p:spPr>
        <p:txBody>
          <a:bodyPr/>
          <a:lstStyle>
            <a:lvl1pPr>
              <a:defRPr>
                <a:solidFill>
                  <a:srgbClr val="FFFFFF"/>
                </a:solidFill>
                <a:effectLst>
                  <a:outerShdw blurRad="38100" dist="38100" dir="2700000" algn="tl">
                    <a:srgbClr val="000000">
                      <a:alpha val="43137"/>
                    </a:srgbClr>
                  </a:outerShdw>
                </a:effectLst>
              </a:defRPr>
            </a:lvl1pPr>
          </a:lstStyle>
          <a:p>
            <a:fld id="{A1EA33C4-6E91-4A95-864E-A6A838FBE588}"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103061" y="210312"/>
            <a:ext cx="546447" cy="413360"/>
          </a:xfrm>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1051559" y="2356793"/>
            <a:ext cx="3364992" cy="3467535"/>
          </a:xfrm>
          <a:solidFill>
            <a:schemeClr val="bg2"/>
          </a:solidFill>
          <a:ln>
            <a:noFill/>
          </a:ln>
          <a:effectLst>
            <a:outerShdw dist="12700" dir="16200000" rotWithShape="0">
              <a:prstClr val="black"/>
            </a:outerShdw>
          </a:effectLst>
        </p:spPr>
        <p:txBody>
          <a:bodyPr lIns="45720" tIns="137160" rIns="45720" anchor="ctr">
            <a:normAutofit/>
          </a:bodyPr>
          <a:lstStyle>
            <a:lvl1pPr marL="0">
              <a:defRPr/>
            </a:lvl1pPr>
            <a:lvl2pPr marL="0">
              <a:defRPr/>
            </a:lvl2pPr>
            <a:lvl3pPr marL="0">
              <a:defRPr/>
            </a:lvl3pPr>
            <a:lvl4pPr marL="0">
              <a:defRPr/>
            </a:lvl4pPr>
            <a:lvl5pPr mar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36034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11/23/2025</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90730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11/23/2025</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58754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5875423"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86766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89638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1152143"/>
            <a:ext cx="4350052" cy="2620959"/>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64000" y="210312"/>
            <a:ext cx="1569350" cy="411480"/>
          </a:xfrm>
        </p:spPr>
        <p:txBody>
          <a:bodyPr/>
          <a:lstStyle/>
          <a:p>
            <a:fld id="{B534C9EB-6793-4BE3-BB6C-BE53FADDC8D1}"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4089769"/>
            <a:ext cx="4921917" cy="2777751"/>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3" y="1152144"/>
            <a:ext cx="6414499" cy="5401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083425"/>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6579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841814"/>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87670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794824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0624" y="5349240"/>
            <a:ext cx="11414692" cy="1225296"/>
          </a:xfrm>
        </p:spPr>
        <p:txBody>
          <a:bodyPr anchor="t">
            <a:normAutofit/>
          </a:bodyPr>
          <a:lstStyle>
            <a:lvl1pPr>
              <a:lnSpc>
                <a:spcPct val="80000"/>
              </a:lnSpc>
              <a:defRPr sz="4000" cap="all" spc="100" baseline="0">
                <a:solidFill>
                  <a:schemeClr val="tx2"/>
                </a:solidFill>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219455" y="1188321"/>
            <a:ext cx="11615861" cy="4258079"/>
          </a:xfrm>
        </p:spPr>
        <p:txBody>
          <a:bodyPr vert="horz" lIns="91440" tIns="45720" rIns="91440" bIns="45720" rtlCol="0" anchor="b">
            <a:normAutofit/>
          </a:bodyPr>
          <a:lstStyle>
            <a:lvl1pPr marL="0" indent="0">
              <a:lnSpc>
                <a:spcPct val="70000"/>
              </a:lnSpc>
              <a:buNone/>
              <a:defRPr lang="en-US" sz="40100" dirty="0">
                <a:ln>
                  <a:solidFill>
                    <a:schemeClr val="tx2"/>
                  </a:solidFill>
                </a:ln>
                <a:solidFill>
                  <a:schemeClr val="bg2"/>
                </a:solidFill>
                <a:latin typeface="+mj-lt"/>
              </a:defRPr>
            </a:lvl1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FB8A85C-40AB-478D-AA51-CA7D29CEF737}"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367407E9-9629-73EA-8583-87EC092046E4}"/>
              </a:ext>
            </a:extLst>
          </p:cNvPr>
          <p:cNvCxnSpPr>
            <a:cxnSpLocks/>
          </p:cNvCxnSpPr>
          <p:nvPr/>
        </p:nvCxnSpPr>
        <p:spPr>
          <a:xfrm>
            <a:off x="0" y="50559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EB09F8-0C93-A873-28FE-48A38B4CEAD9}"/>
              </a:ext>
            </a:extLst>
          </p:cNvPr>
          <p:cNvCxnSpPr>
            <a:cxnSpLocks/>
          </p:cNvCxnSpPr>
          <p:nvPr/>
        </p:nvCxnSpPr>
        <p:spPr>
          <a:xfrm>
            <a:off x="0" y="7887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3759223"/>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tx2"/>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FEA22AB6-0BB7-4DCA-85DA-8246194506D3}"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8809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Number Larg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1480" y="5172725"/>
            <a:ext cx="11356848" cy="777240"/>
          </a:xfrm>
        </p:spPr>
        <p:txBody>
          <a:bodyPr anchor="ctr">
            <a:normAutofit/>
          </a:bodyPr>
          <a:lstStyle>
            <a:lvl1pPr algn="ctr">
              <a:lnSpc>
                <a:spcPct val="110000"/>
              </a:lnSpc>
              <a:defRPr sz="2000" cap="all" spc="100" baseline="0">
                <a:solidFill>
                  <a:schemeClr val="tx2">
                    <a:lumMod val="90000"/>
                  </a:schemeClr>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822960" y="1201036"/>
            <a:ext cx="10543032" cy="4050792"/>
          </a:xfrm>
        </p:spPr>
        <p:txBody>
          <a:bodyPr vert="horz" lIns="91440" tIns="45720" rIns="91440" bIns="45720" rtlCol="0" anchor="t">
            <a:normAutofit/>
          </a:bodyPr>
          <a:lstStyle>
            <a:lvl1pPr marL="0" indent="0" algn="ctr">
              <a:lnSpc>
                <a:spcPct val="70000"/>
              </a:lnSpc>
              <a:buNone/>
              <a:defRPr lang="en-US" sz="40100" dirty="0">
                <a:solidFill>
                  <a:schemeClr val="tx2">
                    <a:lumMod val="90000"/>
                  </a:schemeClr>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54495"/>
            <a:ext cx="2962656" cy="411480"/>
          </a:xfrm>
        </p:spPr>
        <p:txBody>
          <a:bodyPr/>
          <a:lstStyle>
            <a:lvl1pPr>
              <a:defRPr>
                <a:solidFill>
                  <a:schemeClr val="tx2">
                    <a:lumMod val="90000"/>
                  </a:schemeClr>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54495"/>
            <a:ext cx="1679642" cy="411480"/>
          </a:xfrm>
        </p:spPr>
        <p:txBody>
          <a:bodyPr/>
          <a:lstStyle>
            <a:lvl1pPr>
              <a:defRPr>
                <a:solidFill>
                  <a:schemeClr val="tx2">
                    <a:lumMod val="90000"/>
                  </a:schemeClr>
                </a:solidFill>
              </a:defRPr>
            </a:lvl1pPr>
          </a:lstStyle>
          <a:p>
            <a:fld id="{C5FEC425-38EB-4C31-A115-909870F4944E}"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54496"/>
            <a:ext cx="546447" cy="413360"/>
          </a:xfrm>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2059084B-1C57-0F86-56B0-E7DC2934BA40}"/>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344636A-F38C-DF3B-6439-B5B73A797B53}"/>
              </a:ext>
            </a:extLst>
          </p:cNvPr>
          <p:cNvCxnSpPr>
            <a:cxnSpLocks/>
          </p:cNvCxnSpPr>
          <p:nvPr/>
        </p:nvCxnSpPr>
        <p:spPr>
          <a:xfrm>
            <a:off x="0" y="5274776"/>
            <a:ext cx="12192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427066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1">
              <a:rPr lang="en-US" smtClean="0"/>
              <a:t>11/23/2025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882385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576945" y="1341912"/>
            <a:ext cx="7024439" cy="4120737"/>
          </a:xfrm>
        </p:spPr>
        <p:txBody>
          <a:bodyPr anchor="ctr">
            <a:normAutofit/>
          </a:bodyPr>
          <a:lstStyle>
            <a:lvl1pPr marL="0" indent="0" algn="ctr">
              <a:lnSpc>
                <a:spcPct val="75000"/>
              </a:lnSpc>
              <a:buNone/>
              <a:defRPr sz="5400" b="0">
                <a:solidFill>
                  <a:schemeClr val="tx2"/>
                </a:solidFill>
                <a:latin typeface="+mj-lt"/>
              </a:defRPr>
            </a:lvl1pPr>
            <a:lvl2pPr marL="228600" indent="0" algn="ctr">
              <a:lnSpc>
                <a:spcPct val="75000"/>
              </a:lnSpc>
              <a:buNone/>
              <a:defRPr sz="4800" b="0">
                <a:solidFill>
                  <a:schemeClr val="tx2"/>
                </a:solidFill>
                <a:latin typeface="+mj-lt"/>
              </a:defRPr>
            </a:lvl2pPr>
            <a:lvl3pPr marL="457200" indent="0" algn="ctr">
              <a:lnSpc>
                <a:spcPct val="75000"/>
              </a:lnSpc>
              <a:buNone/>
              <a:defRPr sz="4400" b="0">
                <a:solidFill>
                  <a:schemeClr val="tx2"/>
                </a:solidFill>
                <a:latin typeface="+mj-lt"/>
              </a:defRPr>
            </a:lvl3pPr>
            <a:lvl4pPr marL="685800" indent="0" algn="ctr">
              <a:lnSpc>
                <a:spcPct val="75000"/>
              </a:lnSpc>
              <a:buNone/>
              <a:defRPr sz="4000" b="0">
                <a:solidFill>
                  <a:schemeClr val="tx2"/>
                </a:solidFill>
                <a:latin typeface="+mj-lt"/>
              </a:defRPr>
            </a:lvl4pPr>
            <a:lvl5pPr marL="914400" indent="0" algn="ctr">
              <a:lnSpc>
                <a:spcPct val="75000"/>
              </a:lnSpc>
              <a:buNone/>
              <a:defRPr sz="36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2" y="6264164"/>
            <a:ext cx="1679642" cy="413360"/>
          </a:xfrm>
        </p:spPr>
        <p:txBody>
          <a:bodyPr/>
          <a:lstStyle>
            <a:lvl1pPr>
              <a:defRPr>
                <a:solidFill>
                  <a:schemeClr val="tx2"/>
                </a:solidFill>
              </a:defRPr>
            </a:lvl1pPr>
          </a:lstStyle>
          <a:p>
            <a:fld id="{66BE189A-7DFE-4578-A781-50D475212B90}" type="datetime1">
              <a:rPr lang="en-US" smtClean="0"/>
              <a:t>11/23/2025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08063B-506A-41A1-A6EA-745A876C5191}"/>
              </a:ext>
            </a:extLst>
          </p:cNvPr>
          <p:cNvCxnSpPr>
            <a:cxnSpLocks/>
          </p:cNvCxnSpPr>
          <p:nvPr/>
        </p:nvCxnSpPr>
        <p:spPr>
          <a:xfrm>
            <a:off x="0" y="78162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2758C90-B148-7153-9C80-0F1076997894}"/>
              </a:ext>
            </a:extLst>
          </p:cNvPr>
          <p:cNvCxnSpPr>
            <a:cxnSpLocks/>
          </p:cNvCxnSpPr>
          <p:nvPr/>
        </p:nvCxnSpPr>
        <p:spPr>
          <a:xfrm>
            <a:off x="1693484"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5474C37-D361-EDB7-BCC5-35E1A6EC3D9B}"/>
              </a:ext>
            </a:extLst>
          </p:cNvPr>
          <p:cNvCxnSpPr>
            <a:cxnSpLocks/>
          </p:cNvCxnSpPr>
          <p:nvPr/>
        </p:nvCxnSpPr>
        <p:spPr>
          <a:xfrm>
            <a:off x="10491119"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090139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51725" y="1940090"/>
            <a:ext cx="10392476" cy="4614714"/>
          </a:xfrm>
        </p:spPr>
        <p:txBody>
          <a:bodyPr anchor="b">
            <a:noAutofit/>
          </a:bodyPr>
          <a:lstStyle>
            <a:lvl1pPr marL="0" indent="0">
              <a:lnSpc>
                <a:spcPct val="73000"/>
              </a:lnSpc>
              <a:buNone/>
              <a:defRPr sz="9600" b="0" cap="all" baseline="0">
                <a:solidFill>
                  <a:schemeClr val="tx2">
                    <a:lumMod val="75000"/>
                  </a:schemeClr>
                </a:solidFill>
                <a:latin typeface="+mj-lt"/>
              </a:defRPr>
            </a:lvl1pPr>
            <a:lvl2pPr marL="228600" indent="0">
              <a:lnSpc>
                <a:spcPct val="73000"/>
              </a:lnSpc>
              <a:buNone/>
              <a:defRPr sz="8800" b="0" cap="all" baseline="0">
                <a:solidFill>
                  <a:schemeClr val="tx2">
                    <a:lumMod val="75000"/>
                  </a:schemeClr>
                </a:solidFill>
                <a:latin typeface="+mj-lt"/>
              </a:defRPr>
            </a:lvl2pPr>
            <a:lvl3pPr marL="457200" indent="0">
              <a:lnSpc>
                <a:spcPct val="73000"/>
              </a:lnSpc>
              <a:buNone/>
              <a:defRPr sz="8000" b="0" cap="all" baseline="0">
                <a:solidFill>
                  <a:schemeClr val="tx2">
                    <a:lumMod val="75000"/>
                  </a:schemeClr>
                </a:solidFill>
                <a:latin typeface="+mj-lt"/>
              </a:defRPr>
            </a:lvl3pPr>
            <a:lvl4pPr marL="685800" indent="0">
              <a:lnSpc>
                <a:spcPct val="73000"/>
              </a:lnSpc>
              <a:buNone/>
              <a:defRPr sz="7200" b="0" cap="all" baseline="0">
                <a:solidFill>
                  <a:schemeClr val="tx2">
                    <a:lumMod val="75000"/>
                  </a:schemeClr>
                </a:solidFill>
                <a:latin typeface="+mj-lt"/>
              </a:defRPr>
            </a:lvl4pPr>
            <a:lvl5pPr marL="914400" indent="0">
              <a:lnSpc>
                <a:spcPct val="73000"/>
              </a:lnSpc>
              <a:buNone/>
              <a:defRPr sz="6600" b="0" cap="all" baseline="0">
                <a:solidFill>
                  <a:schemeClr val="tx2">
                    <a:lumMod val="75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lumMod val="90000"/>
                  </a:schemeClr>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lumMod val="90000"/>
                  </a:schemeClr>
                </a:solidFill>
              </a:defRPr>
            </a:lvl1pPr>
          </a:lstStyle>
          <a:p>
            <a:fld id="{386F9640-8612-4EBB-94A3-9F5B3C3C1651}" type="datetime1">
              <a:rPr lang="en-US" smtClean="0"/>
              <a:t>11/23/2025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3EBBBFEC-32A4-8333-CEC0-6858CB1833EF}"/>
              </a:ext>
            </a:extLst>
          </p:cNvPr>
          <p:cNvCxnSpPr>
            <a:cxnSpLocks/>
          </p:cNvCxnSpPr>
          <p:nvPr/>
        </p:nvCxnSpPr>
        <p:spPr>
          <a:xfrm>
            <a:off x="0" y="789563"/>
            <a:ext cx="12192000" cy="0"/>
          </a:xfrm>
          <a:prstGeom prst="line">
            <a:avLst/>
          </a:prstGeom>
          <a:ln w="9525">
            <a:solidFill>
              <a:schemeClr val="tx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817848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23098" y="-1133856"/>
            <a:ext cx="10090646"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384048"/>
            <a:ext cx="10090646" cy="4783756"/>
          </a:xfrm>
        </p:spPr>
        <p:txBody>
          <a:bodyPr anchor="t">
            <a:noAutofit/>
          </a:bodyPr>
          <a:lstStyle>
            <a:lvl1pPr marL="0" indent="0">
              <a:lnSpc>
                <a:spcPct val="100000"/>
              </a:lnSpc>
              <a:buNone/>
              <a:defRPr sz="7200" b="0">
                <a:solidFill>
                  <a:schemeClr val="accent1"/>
                </a:solidFill>
              </a:defRPr>
            </a:lvl1pPr>
            <a:lvl2pPr marL="228600" indent="0">
              <a:lnSpc>
                <a:spcPct val="100000"/>
              </a:lnSpc>
              <a:buNone/>
              <a:defRPr sz="6600" b="0">
                <a:solidFill>
                  <a:schemeClr val="accent1"/>
                </a:solidFill>
              </a:defRPr>
            </a:lvl2pPr>
            <a:lvl3pPr marL="457200" indent="0">
              <a:lnSpc>
                <a:spcPct val="100000"/>
              </a:lnSpc>
              <a:buNone/>
              <a:defRPr sz="6000" b="0">
                <a:solidFill>
                  <a:schemeClr val="accent1"/>
                </a:solidFill>
              </a:defRPr>
            </a:lvl3pPr>
            <a:lvl4pPr marL="685800" indent="0">
              <a:lnSpc>
                <a:spcPct val="100000"/>
              </a:lnSpc>
              <a:buNone/>
              <a:defRPr sz="5400" b="0">
                <a:solidFill>
                  <a:schemeClr val="accent1"/>
                </a:solidFill>
              </a:defRPr>
            </a:lvl4pPr>
            <a:lvl5pPr marL="914400" indent="0">
              <a:lnSpc>
                <a:spcPct val="100000"/>
              </a:lnSpc>
              <a:buNone/>
              <a:defRPr sz="48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1" y="6264164"/>
            <a:ext cx="2486677" cy="413360"/>
          </a:xfrm>
        </p:spPr>
        <p:txBody>
          <a:bodyPr/>
          <a:lstStyle>
            <a:lvl1pPr>
              <a:defRPr>
                <a:solidFill>
                  <a:schemeClr val="tx2"/>
                </a:solidFill>
              </a:defRPr>
            </a:lvl1pPr>
          </a:lstStyle>
          <a:p>
            <a:fld id="{9A3EC378-394E-4653-8FC8-8296D202D659}" type="datetime1">
              <a:rPr lang="en-US" smtClean="0"/>
              <a:t>11/23/2025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0510842"/>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3412685"/>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90288" y="5232212"/>
            <a:ext cx="10515600" cy="749808"/>
          </a:xfrm>
        </p:spPr>
        <p:txBody>
          <a:bodyPr anchor="ctr">
            <a:normAutofit/>
          </a:bodyPr>
          <a:lstStyle>
            <a:lvl1pPr>
              <a:defRPr sz="1600" cap="all"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380011"/>
            <a:ext cx="9400032" cy="4164557"/>
          </a:xfrm>
        </p:spPr>
        <p:txBody>
          <a:bodyPr anchor="t">
            <a:normAutofit/>
          </a:bodyPr>
          <a:lstStyle>
            <a:lvl1pPr marL="274320" indent="-274320">
              <a:lnSpc>
                <a:spcPct val="80000"/>
              </a:lnSpc>
              <a:buNone/>
              <a:defRPr sz="6000" cap="none" baseline="0">
                <a:solidFill>
                  <a:schemeClr val="accent1"/>
                </a:solidFill>
                <a:latin typeface="+mj-lt"/>
              </a:defRPr>
            </a:lvl1pPr>
            <a:lvl2pPr marL="274320" indent="-274320">
              <a:lnSpc>
                <a:spcPct val="80000"/>
              </a:lnSpc>
              <a:buNone/>
              <a:defRPr sz="5400" cap="none" baseline="0">
                <a:solidFill>
                  <a:schemeClr val="accent1"/>
                </a:solidFill>
                <a:latin typeface="+mj-lt"/>
              </a:defRPr>
            </a:lvl2pPr>
            <a:lvl3pPr marL="274320" indent="-274320">
              <a:lnSpc>
                <a:spcPct val="80000"/>
              </a:lnSpc>
              <a:buNone/>
              <a:defRPr sz="4800" cap="none" baseline="0">
                <a:solidFill>
                  <a:schemeClr val="accent1"/>
                </a:solidFill>
                <a:latin typeface="+mj-lt"/>
              </a:defRPr>
            </a:lvl3pPr>
            <a:lvl4pPr marL="274320" indent="-274320">
              <a:lnSpc>
                <a:spcPct val="80000"/>
              </a:lnSpc>
              <a:buNone/>
              <a:defRPr sz="4400" cap="none" baseline="0">
                <a:solidFill>
                  <a:schemeClr val="accent1"/>
                </a:solidFill>
                <a:latin typeface="+mj-lt"/>
              </a:defRPr>
            </a:lvl4pPr>
            <a:lvl5pPr marL="274320" indent="-274320">
              <a:lnSpc>
                <a:spcPct val="80000"/>
              </a:lnSpc>
              <a:buNone/>
              <a:defRPr sz="4400" cap="none" baseline="0">
                <a:solidFill>
                  <a:schemeClr val="accent1"/>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90287"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63640"/>
            <a:ext cx="2151180" cy="411480"/>
          </a:xfrm>
        </p:spPr>
        <p:txBody>
          <a:bodyPr/>
          <a:lstStyle>
            <a:lvl1pPr>
              <a:defRPr>
                <a:solidFill>
                  <a:schemeClr val="tx2"/>
                </a:solidFill>
              </a:defRPr>
            </a:lvl1pPr>
          </a:lstStyle>
          <a:p>
            <a:fld id="{C5523C14-B8E0-486C-AF8F-4829635E6A50}"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12" name="Straight Connector 11">
            <a:extLst>
              <a:ext uri="{FF2B5EF4-FFF2-40B4-BE49-F238E27FC236}">
                <a16:creationId xmlns:a16="http://schemas.microsoft.com/office/drawing/2014/main" id="{AC9507B5-45FD-E0F8-4B50-156739F3ED87}"/>
              </a:ext>
            </a:extLst>
          </p:cNvPr>
          <p:cNvCxnSpPr>
            <a:cxnSpLocks/>
          </p:cNvCxnSpPr>
          <p:nvPr/>
        </p:nvCxnSpPr>
        <p:spPr>
          <a:xfrm>
            <a:off x="0" y="48627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05964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51105"/>
            <a:ext cx="9299448" cy="1005109"/>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24712"/>
            <a:ext cx="9692640" cy="4187952"/>
          </a:xfrm>
        </p:spPr>
        <p:txBody>
          <a:bodyPr>
            <a:normAutofit/>
          </a:bodyPr>
          <a:lstStyle>
            <a:lvl1pPr marL="274320" indent="-274320">
              <a:lnSpc>
                <a:spcPct val="70000"/>
              </a:lnSpc>
              <a:buNone/>
              <a:defRPr sz="9600" cap="all" baseline="0">
                <a:solidFill>
                  <a:schemeClr val="tx2">
                    <a:lumMod val="75000"/>
                  </a:schemeClr>
                </a:solidFill>
                <a:latin typeface="+mj-lt"/>
              </a:defRPr>
            </a:lvl1pPr>
            <a:lvl2pPr marL="274320" indent="-274320">
              <a:lnSpc>
                <a:spcPct val="70000"/>
              </a:lnSpc>
              <a:buNone/>
              <a:defRPr sz="8800" cap="all" baseline="0">
                <a:solidFill>
                  <a:schemeClr val="accent2">
                    <a:lumMod val="20000"/>
                    <a:lumOff val="80000"/>
                  </a:schemeClr>
                </a:solidFill>
                <a:latin typeface="+mj-lt"/>
              </a:defRPr>
            </a:lvl2pPr>
            <a:lvl3pPr marL="274320" indent="-274320">
              <a:lnSpc>
                <a:spcPct val="70000"/>
              </a:lnSpc>
              <a:buNone/>
              <a:defRPr sz="8000" cap="all" baseline="0">
                <a:solidFill>
                  <a:schemeClr val="accent2">
                    <a:lumMod val="20000"/>
                    <a:lumOff val="80000"/>
                  </a:schemeClr>
                </a:solidFill>
                <a:latin typeface="+mj-lt"/>
              </a:defRPr>
            </a:lvl3pPr>
            <a:lvl4pPr marL="274320" indent="-274320">
              <a:lnSpc>
                <a:spcPct val="70000"/>
              </a:lnSpc>
              <a:buNone/>
              <a:defRPr sz="7200" cap="all" baseline="0">
                <a:solidFill>
                  <a:schemeClr val="accent2">
                    <a:lumMod val="20000"/>
                    <a:lumOff val="80000"/>
                  </a:schemeClr>
                </a:solidFill>
                <a:latin typeface="+mj-lt"/>
              </a:defRPr>
            </a:lvl4pPr>
            <a:lvl5pPr marL="274320" indent="-274320">
              <a:lnSpc>
                <a:spcPct val="70000"/>
              </a:lnSpc>
              <a:buNone/>
              <a:defRPr sz="72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44572B0E-9936-490C-85D7-20C76E88EE7A}"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182936"/>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21900" y="5209160"/>
            <a:ext cx="10698480" cy="832104"/>
          </a:xfrm>
        </p:spPr>
        <p:txBody>
          <a:bodyPr anchor="ctr">
            <a:normAutofit/>
          </a:bodyPr>
          <a:lstStyle>
            <a:lvl1pPr>
              <a:defRPr sz="2800" cap="all" baseline="0">
                <a:solidFill>
                  <a:schemeClr val="accent1"/>
                </a:solidFill>
                <a:latin typeface="+mj-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749808"/>
            <a:ext cx="9400032" cy="3867912"/>
          </a:xfrm>
        </p:spPr>
        <p:txBody>
          <a:bodyPr>
            <a:normAutofit/>
          </a:bodyPr>
          <a:lstStyle>
            <a:lvl1pPr marL="182880" indent="-182880">
              <a:lnSpc>
                <a:spcPct val="100000"/>
              </a:lnSpc>
              <a:buNone/>
              <a:defRPr sz="4000" cap="none" baseline="0">
                <a:solidFill>
                  <a:schemeClr val="tx2"/>
                </a:solidFill>
                <a:latin typeface="+mn-lt"/>
              </a:defRPr>
            </a:lvl1pPr>
            <a:lvl2pPr marL="182880" indent="-182880">
              <a:lnSpc>
                <a:spcPct val="100000"/>
              </a:lnSpc>
              <a:buNone/>
              <a:defRPr sz="3600" cap="none" baseline="0">
                <a:solidFill>
                  <a:schemeClr val="tx2"/>
                </a:solidFill>
                <a:latin typeface="+mn-lt"/>
              </a:defRPr>
            </a:lvl2pPr>
            <a:lvl3pPr marL="182880" indent="-182880">
              <a:lnSpc>
                <a:spcPct val="100000"/>
              </a:lnSpc>
              <a:buNone/>
              <a:defRPr sz="3200" cap="none" baseline="0">
                <a:solidFill>
                  <a:schemeClr val="tx2"/>
                </a:solidFill>
                <a:latin typeface="+mn-lt"/>
              </a:defRPr>
            </a:lvl3pPr>
            <a:lvl4pPr marL="182880" indent="-182880">
              <a:lnSpc>
                <a:spcPct val="100000"/>
              </a:lnSpc>
              <a:buNone/>
              <a:defRPr sz="2800" cap="none" baseline="0">
                <a:solidFill>
                  <a:schemeClr val="tx2"/>
                </a:solidFill>
                <a:latin typeface="+mn-lt"/>
              </a:defRPr>
            </a:lvl4pPr>
            <a:lvl5pPr marL="182880" indent="-182880">
              <a:lnSpc>
                <a:spcPct val="100000"/>
              </a:lnSpc>
              <a:buNone/>
              <a:defRPr sz="2800" cap="none" baseline="0">
                <a:solidFill>
                  <a:schemeClr val="tx2"/>
                </a:solidFill>
                <a:latin typeface="+mn-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18ECF368-9FBC-4241-9AEA-ADD9AF02F7A8}"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E49C774-4A6A-D32B-59FA-2442E2B308E5}"/>
              </a:ext>
            </a:extLst>
          </p:cNvPr>
          <p:cNvCxnSpPr>
            <a:cxnSpLocks/>
          </p:cNvCxnSpPr>
          <p:nvPr/>
        </p:nvCxnSpPr>
        <p:spPr>
          <a:xfrm>
            <a:off x="0" y="5062769"/>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23A142-B021-C473-CBA7-E0C9AA4E71D5}"/>
              </a:ext>
            </a:extLst>
          </p:cNvPr>
          <p:cNvCxnSpPr>
            <a:cxnSpLocks/>
          </p:cNvCxnSpPr>
          <p:nvPr/>
        </p:nvCxnSpPr>
        <p:spPr>
          <a:xfrm>
            <a:off x="0" y="6066955"/>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24484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a:t>Footer Text</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1">
              <a:rPr lang="en-US" smtClean="0"/>
              <a:t>11/23/2025</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98740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1">
              <a:rPr lang="en-US" smtClean="0"/>
              <a:t>11/23/2025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46434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a:t>Footer Text</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1">
              <a:rPr lang="en-US" smtClean="0"/>
              <a:t>11/23/2025</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391569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a:t>Footer Text</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1">
              <a:rPr lang="en-US" smtClean="0"/>
              <a:t>11/23/2025</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0785909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317774" y="1092200"/>
            <a:ext cx="3749040" cy="2907792"/>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a:xfrm>
            <a:off x="4974336" y="207982"/>
            <a:ext cx="1921315" cy="413360"/>
          </a:xfrm>
        </p:spPr>
        <p:txBody>
          <a:bodyPr/>
          <a:lstStyle/>
          <a:p>
            <a:fld id="{F550E5DF-8560-4E07-A403-19861023D638}" type="datetime1">
              <a:rPr lang="en-US" smtClean="0"/>
              <a:t>11/23/2025</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317774" y="4096512"/>
            <a:ext cx="3749040" cy="232257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4974336" y="1092200"/>
            <a:ext cx="6858000" cy="53400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71833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317773" y="1088136"/>
            <a:ext cx="3467048" cy="2905795"/>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a:xfrm>
            <a:off x="4292854" y="207982"/>
            <a:ext cx="2605980" cy="413360"/>
          </a:xfrm>
        </p:spPr>
        <p:txBody>
          <a:bodyPr/>
          <a:lstStyle/>
          <a:p>
            <a:fld id="{5629972A-00A4-4626-8EEC-CE2966C6B0BF}" type="datetime1">
              <a:rPr lang="en-US" smtClean="0"/>
              <a:t>11/23/2025</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317773" y="4099034"/>
            <a:ext cx="3467048" cy="232562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292853" y="793729"/>
            <a:ext cx="7899147" cy="6073107"/>
          </a:xfrm>
          <a:blipFill>
            <a:blip r:embed="rId2">
              <a:alphaModFix amt="8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cxnSp>
        <p:nvCxnSpPr>
          <p:cNvPr id="9" name="Straight Connector 8">
            <a:extLst>
              <a:ext uri="{FF2B5EF4-FFF2-40B4-BE49-F238E27FC236}">
                <a16:creationId xmlns:a16="http://schemas.microsoft.com/office/drawing/2014/main" id="{CA44ED1E-1404-EA59-99E6-D28F5236A529}"/>
              </a:ext>
            </a:extLst>
          </p:cNvPr>
          <p:cNvCxnSpPr>
            <a:cxnSpLocks/>
          </p:cNvCxnSpPr>
          <p:nvPr/>
        </p:nvCxnSpPr>
        <p:spPr>
          <a:xfrm>
            <a:off x="4292853"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33549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Conclusion">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8475511"/>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1">
              <a:rPr lang="en-US" smtClean="0"/>
              <a:t>11/23/2025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649627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13E5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1">
              <a:rPr lang="en-US" smtClean="0"/>
              <a:t>11/23/2025</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11280588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EEA61-A836-23CC-6E4D-CAD9DA75E33A}"/>
              </a:ext>
            </a:extLst>
          </p:cNvPr>
          <p:cNvSpPr>
            <a:spLocks noGrp="1"/>
          </p:cNvSpPr>
          <p:nvPr>
            <p:ph type="ctrTitle"/>
          </p:nvPr>
        </p:nvSpPr>
        <p:spPr>
          <a:xfrm>
            <a:off x="320038" y="1086222"/>
            <a:ext cx="9528048" cy="4183468"/>
          </a:xfrm>
        </p:spPr>
        <p:txBody>
          <a:bodyPr anchor="b">
            <a:normAutofit/>
          </a:bodyPr>
          <a:lstStyle/>
          <a:p>
            <a:r>
              <a:rPr lang="en-US" dirty="0">
                <a:solidFill>
                  <a:schemeClr val="tx2">
                    <a:lumMod val="75000"/>
                  </a:schemeClr>
                </a:solidFill>
              </a:rPr>
              <a:t>Buyer’s Market Project Presentation</a:t>
            </a:r>
          </a:p>
        </p:txBody>
      </p:sp>
      <p:sp>
        <p:nvSpPr>
          <p:cNvPr id="3" name="Subtitle 2">
            <a:extLst>
              <a:ext uri="{FF2B5EF4-FFF2-40B4-BE49-F238E27FC236}">
                <a16:creationId xmlns:a16="http://schemas.microsoft.com/office/drawing/2014/main" id="{0D3DB540-BC97-9B29-B3DD-0FC39519C4D9}"/>
              </a:ext>
            </a:extLst>
          </p:cNvPr>
          <p:cNvSpPr>
            <a:spLocks noGrp="1"/>
          </p:cNvSpPr>
          <p:nvPr>
            <p:ph type="subTitle" idx="1"/>
          </p:nvPr>
        </p:nvSpPr>
        <p:spPr>
          <a:xfrm>
            <a:off x="318309" y="5344465"/>
            <a:ext cx="9528047" cy="923544"/>
          </a:xfrm>
        </p:spPr>
        <p:txBody>
          <a:bodyPr vert="horz" lIns="91440" tIns="45720" rIns="91440" bIns="45720" rtlCol="0" anchor="t">
            <a:normAutofit/>
          </a:bodyPr>
          <a:lstStyle/>
          <a:p>
            <a:r>
              <a:rPr lang="en-US" dirty="0"/>
              <a:t>A community-driven exchange platform for free &amp; low-cost items, </a:t>
            </a:r>
            <a:r>
              <a:rPr lang="en-US" b="1" i="1" dirty="0"/>
              <a:t>A place where every item finds a new home  and it always stays a Buyer’s Market.</a:t>
            </a:r>
          </a:p>
          <a:p>
            <a:endParaRPr lang="en-US" dirty="0"/>
          </a:p>
        </p:txBody>
      </p:sp>
    </p:spTree>
    <p:extLst>
      <p:ext uri="{BB962C8B-B14F-4D97-AF65-F5344CB8AC3E}">
        <p14:creationId xmlns:p14="http://schemas.microsoft.com/office/powerpoint/2010/main" val="722123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09CC1-1EA2-76BE-E032-AA82E021F222}"/>
              </a:ext>
            </a:extLst>
          </p:cNvPr>
          <p:cNvSpPr>
            <a:spLocks noGrp="1"/>
          </p:cNvSpPr>
          <p:nvPr>
            <p:ph type="title"/>
          </p:nvPr>
        </p:nvSpPr>
        <p:spPr>
          <a:xfrm>
            <a:off x="320558" y="1034473"/>
            <a:ext cx="11420337" cy="1582221"/>
          </a:xfrm>
        </p:spPr>
        <p:txBody>
          <a:bodyPr anchor="b">
            <a:normAutofit/>
          </a:bodyPr>
          <a:lstStyle/>
          <a:p>
            <a:r>
              <a:rPr lang="en-US" dirty="0">
                <a:solidFill>
                  <a:schemeClr val="bg2">
                    <a:lumMod val="75000"/>
                  </a:schemeClr>
                </a:solidFill>
              </a:rPr>
              <a:t>Buyer’s market</a:t>
            </a:r>
          </a:p>
        </p:txBody>
      </p:sp>
      <p:graphicFrame>
        <p:nvGraphicFramePr>
          <p:cNvPr id="10" name="Content Placeholder 2">
            <a:extLst>
              <a:ext uri="{FF2B5EF4-FFF2-40B4-BE49-F238E27FC236}">
                <a16:creationId xmlns:a16="http://schemas.microsoft.com/office/drawing/2014/main" id="{772CD45E-F8D3-FFF0-88C7-E0959850E46D}"/>
              </a:ext>
            </a:extLst>
          </p:cNvPr>
          <p:cNvGraphicFramePr>
            <a:graphicFrameLocks noGrp="1"/>
          </p:cNvGraphicFramePr>
          <p:nvPr>
            <p:ph idx="1"/>
            <p:extLst>
              <p:ext uri="{D42A27DB-BD31-4B8C-83A1-F6EECF244321}">
                <p14:modId xmlns:p14="http://schemas.microsoft.com/office/powerpoint/2010/main" val="2310971419"/>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320558" y="2962534"/>
          <a:ext cx="11420336" cy="34015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9300361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A7E2C-6A6C-61FB-A52A-B5D23B46DBF6}"/>
              </a:ext>
            </a:extLst>
          </p:cNvPr>
          <p:cNvSpPr>
            <a:spLocks noGrp="1"/>
          </p:cNvSpPr>
          <p:nvPr>
            <p:ph type="title"/>
          </p:nvPr>
        </p:nvSpPr>
        <p:spPr>
          <a:xfrm>
            <a:off x="320558" y="1034473"/>
            <a:ext cx="11420337" cy="1582221"/>
          </a:xfrm>
        </p:spPr>
        <p:txBody>
          <a:bodyPr anchor="b">
            <a:normAutofit/>
          </a:bodyPr>
          <a:lstStyle/>
          <a:p>
            <a:r>
              <a:rPr lang="en-US" dirty="0">
                <a:solidFill>
                  <a:schemeClr val="bg2">
                    <a:lumMod val="75000"/>
                  </a:schemeClr>
                </a:solidFill>
              </a:rPr>
              <a:t>Our Project &amp; Our Client</a:t>
            </a:r>
          </a:p>
        </p:txBody>
      </p:sp>
      <p:graphicFrame>
        <p:nvGraphicFramePr>
          <p:cNvPr id="10" name="Content Placeholder 2">
            <a:extLst>
              <a:ext uri="{FF2B5EF4-FFF2-40B4-BE49-F238E27FC236}">
                <a16:creationId xmlns:a16="http://schemas.microsoft.com/office/drawing/2014/main" id="{0466AF7F-0C03-3455-1E8E-50E7A68DCC13}"/>
              </a:ext>
            </a:extLst>
          </p:cNvPr>
          <p:cNvGraphicFramePr>
            <a:graphicFrameLocks noGrp="1"/>
          </p:cNvGraphicFramePr>
          <p:nvPr>
            <p:ph idx="1"/>
            <p:extLst>
              <p:ext uri="{D42A27DB-BD31-4B8C-83A1-F6EECF244321}">
                <p14:modId xmlns:p14="http://schemas.microsoft.com/office/powerpoint/2010/main" val="1099752092"/>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320559" y="2974109"/>
          <a:ext cx="11420336" cy="34015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530111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FA74D-C4D6-18B9-97B6-751198DEDDFB}"/>
              </a:ext>
            </a:extLst>
          </p:cNvPr>
          <p:cNvSpPr>
            <a:spLocks noGrp="1"/>
          </p:cNvSpPr>
          <p:nvPr>
            <p:ph type="title"/>
          </p:nvPr>
        </p:nvSpPr>
        <p:spPr>
          <a:xfrm>
            <a:off x="393192" y="1249959"/>
            <a:ext cx="4085912" cy="5125673"/>
          </a:xfrm>
        </p:spPr>
        <p:txBody>
          <a:bodyPr anchor="t">
            <a:normAutofit/>
          </a:bodyPr>
          <a:lstStyle/>
          <a:p>
            <a:r>
              <a:rPr lang="en-US" dirty="0">
                <a:solidFill>
                  <a:schemeClr val="bg2">
                    <a:lumMod val="75000"/>
                  </a:schemeClr>
                </a:solidFill>
              </a:rPr>
              <a:t>Client Goals &amp; How We Met Them</a:t>
            </a:r>
          </a:p>
        </p:txBody>
      </p:sp>
      <p:sp>
        <p:nvSpPr>
          <p:cNvPr id="3" name="Content Placeholder 2">
            <a:extLst>
              <a:ext uri="{FF2B5EF4-FFF2-40B4-BE49-F238E27FC236}">
                <a16:creationId xmlns:a16="http://schemas.microsoft.com/office/drawing/2014/main" id="{91E9AD2F-D0B1-B3F6-DBA7-21E54D8A397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58384" y="809618"/>
            <a:ext cx="6440424" cy="5238764"/>
          </a:xfrm>
        </p:spPr>
        <p:txBody>
          <a:bodyPr>
            <a:noAutofit/>
          </a:bodyPr>
          <a:lstStyle/>
          <a:p>
            <a:pPr marL="0" indent="0">
              <a:spcBef>
                <a:spcPts val="2500"/>
              </a:spcBef>
              <a:buFont typeface="Arial" panose="020B0604020202020204" pitchFamily="34" charset="0"/>
              <a:buNone/>
            </a:pPr>
            <a:r>
              <a:rPr lang="en-US" b="1" dirty="0">
                <a:solidFill>
                  <a:schemeClr val="bg2">
                    <a:lumMod val="90000"/>
                  </a:schemeClr>
                </a:solidFill>
              </a:rPr>
              <a:t>Easy</a:t>
            </a:r>
            <a:r>
              <a:rPr lang="en-US" sz="1600" b="1" dirty="0">
                <a:solidFill>
                  <a:schemeClr val="bg2">
                    <a:lumMod val="90000"/>
                  </a:schemeClr>
                </a:solidFill>
              </a:rPr>
              <a:t> Posting</a:t>
            </a:r>
          </a:p>
          <a:p>
            <a:pPr marL="0" lvl="1" indent="0">
              <a:buFont typeface="Arial" panose="020B0604020202020204" pitchFamily="34" charset="0"/>
              <a:buNone/>
            </a:pPr>
            <a:r>
              <a:rPr lang="en-US" sz="1800" dirty="0">
                <a:solidFill>
                  <a:schemeClr val="bg2">
                    <a:lumMod val="90000"/>
                  </a:schemeClr>
                </a:solidFill>
              </a:rPr>
              <a:t>Implemented</a:t>
            </a:r>
            <a:r>
              <a:rPr lang="en-US" dirty="0">
                <a:solidFill>
                  <a:schemeClr val="bg2">
                    <a:lumMod val="90000"/>
                  </a:schemeClr>
                </a:solidFill>
              </a:rPr>
              <a:t> a Post Item form with required fields to </a:t>
            </a:r>
            <a:r>
              <a:rPr lang="en-US" sz="1800" dirty="0">
                <a:solidFill>
                  <a:schemeClr val="bg2">
                    <a:lumMod val="90000"/>
                  </a:schemeClr>
                </a:solidFill>
              </a:rPr>
              <a:t>simplify</a:t>
            </a:r>
            <a:r>
              <a:rPr lang="en-US" dirty="0">
                <a:solidFill>
                  <a:schemeClr val="bg2">
                    <a:lumMod val="90000"/>
                  </a:schemeClr>
                </a:solidFill>
              </a:rPr>
              <a:t> the posting </a:t>
            </a:r>
            <a:r>
              <a:rPr lang="en-US" sz="1800" dirty="0">
                <a:solidFill>
                  <a:schemeClr val="bg2">
                    <a:lumMod val="90000"/>
                  </a:schemeClr>
                </a:solidFill>
              </a:rPr>
              <a:t>process</a:t>
            </a:r>
            <a:r>
              <a:rPr lang="en-US" dirty="0">
                <a:solidFill>
                  <a:schemeClr val="bg2">
                    <a:lumMod val="90000"/>
                  </a:schemeClr>
                </a:solidFill>
              </a:rPr>
              <a:t> for users.</a:t>
            </a:r>
          </a:p>
          <a:p>
            <a:pPr marL="0" indent="0">
              <a:spcBef>
                <a:spcPts val="2500"/>
              </a:spcBef>
              <a:buFont typeface="Arial" panose="020B0604020202020204" pitchFamily="34" charset="0"/>
              <a:buNone/>
            </a:pPr>
            <a:r>
              <a:rPr lang="en-US" b="1" dirty="0">
                <a:solidFill>
                  <a:schemeClr val="bg2">
                    <a:lumMod val="90000"/>
                  </a:schemeClr>
                </a:solidFill>
              </a:rPr>
              <a:t>Easy</a:t>
            </a:r>
            <a:r>
              <a:rPr lang="en-US" sz="1600" b="1" dirty="0">
                <a:solidFill>
                  <a:schemeClr val="bg2">
                    <a:lumMod val="90000"/>
                  </a:schemeClr>
                </a:solidFill>
              </a:rPr>
              <a:t> Browsing</a:t>
            </a:r>
          </a:p>
          <a:p>
            <a:pPr marL="0" lvl="1" indent="0">
              <a:buFont typeface="Arial" panose="020B0604020202020204" pitchFamily="34" charset="0"/>
              <a:buNone/>
            </a:pPr>
            <a:r>
              <a:rPr lang="en-US" sz="1800" dirty="0">
                <a:solidFill>
                  <a:schemeClr val="bg2">
                    <a:lumMod val="90000"/>
                  </a:schemeClr>
                </a:solidFill>
              </a:rPr>
              <a:t>Designed an organized</a:t>
            </a:r>
            <a:r>
              <a:rPr lang="en-US" dirty="0">
                <a:solidFill>
                  <a:schemeClr val="bg2">
                    <a:lumMod val="90000"/>
                  </a:schemeClr>
                </a:solidFill>
              </a:rPr>
              <a:t>, simple listings page so users can </a:t>
            </a:r>
            <a:r>
              <a:rPr lang="en-US" sz="1800" dirty="0">
                <a:solidFill>
                  <a:schemeClr val="bg2">
                    <a:lumMod val="90000"/>
                  </a:schemeClr>
                </a:solidFill>
              </a:rPr>
              <a:t>easily</a:t>
            </a:r>
            <a:r>
              <a:rPr lang="en-US" dirty="0">
                <a:solidFill>
                  <a:schemeClr val="bg2">
                    <a:lumMod val="90000"/>
                  </a:schemeClr>
                </a:solidFill>
              </a:rPr>
              <a:t> view items and navigate </a:t>
            </a:r>
            <a:r>
              <a:rPr lang="en-US" sz="1800" dirty="0">
                <a:solidFill>
                  <a:schemeClr val="bg2">
                    <a:lumMod val="90000"/>
                  </a:schemeClr>
                </a:solidFill>
              </a:rPr>
              <a:t>categories</a:t>
            </a:r>
            <a:r>
              <a:rPr lang="en-US" dirty="0">
                <a:solidFill>
                  <a:schemeClr val="bg2">
                    <a:lumMod val="90000"/>
                  </a:schemeClr>
                </a:solidFill>
              </a:rPr>
              <a:t> without confusion.</a:t>
            </a:r>
          </a:p>
          <a:p>
            <a:pPr marL="0" indent="0">
              <a:spcBef>
                <a:spcPts val="2500"/>
              </a:spcBef>
              <a:buFont typeface="Arial" panose="020B0604020202020204" pitchFamily="34" charset="0"/>
              <a:buNone/>
            </a:pPr>
            <a:r>
              <a:rPr lang="en-US" sz="1600" b="1" dirty="0">
                <a:solidFill>
                  <a:schemeClr val="bg2">
                    <a:lumMod val="90000"/>
                  </a:schemeClr>
                </a:solidFill>
              </a:rPr>
              <a:t>Staying </a:t>
            </a:r>
            <a:r>
              <a:rPr lang="en-US" b="1" dirty="0">
                <a:solidFill>
                  <a:schemeClr val="bg2">
                    <a:lumMod val="90000"/>
                  </a:schemeClr>
                </a:solidFill>
              </a:rPr>
              <a:t>Informed</a:t>
            </a:r>
            <a:endParaRPr lang="en-US" sz="1600" b="1" dirty="0">
              <a:solidFill>
                <a:schemeClr val="bg2">
                  <a:lumMod val="90000"/>
                </a:schemeClr>
              </a:solidFill>
            </a:endParaRPr>
          </a:p>
          <a:p>
            <a:pPr marL="0" lvl="1" indent="0">
              <a:buFont typeface="Arial" panose="020B0604020202020204" pitchFamily="34" charset="0"/>
              <a:buNone/>
            </a:pPr>
            <a:r>
              <a:rPr lang="en-US" sz="1800" dirty="0">
                <a:solidFill>
                  <a:schemeClr val="bg2">
                    <a:lumMod val="90000"/>
                  </a:schemeClr>
                </a:solidFill>
              </a:rPr>
              <a:t>We</a:t>
            </a:r>
            <a:r>
              <a:rPr lang="en-US" dirty="0">
                <a:solidFill>
                  <a:schemeClr val="bg2">
                    <a:lumMod val="90000"/>
                  </a:schemeClr>
                </a:solidFill>
              </a:rPr>
              <a:t> added a </a:t>
            </a:r>
            <a:r>
              <a:rPr lang="en-US" sz="1800" dirty="0">
                <a:solidFill>
                  <a:schemeClr val="bg2">
                    <a:lumMod val="90000"/>
                  </a:schemeClr>
                </a:solidFill>
              </a:rPr>
              <a:t>notification</a:t>
            </a:r>
            <a:r>
              <a:rPr lang="en-US" dirty="0">
                <a:solidFill>
                  <a:schemeClr val="bg2">
                    <a:lumMod val="90000"/>
                  </a:schemeClr>
                </a:solidFill>
              </a:rPr>
              <a:t> signup with category </a:t>
            </a:r>
            <a:r>
              <a:rPr lang="en-US" sz="1800" dirty="0">
                <a:solidFill>
                  <a:schemeClr val="bg2">
                    <a:lumMod val="90000"/>
                  </a:schemeClr>
                </a:solidFill>
              </a:rPr>
              <a:t>options</a:t>
            </a:r>
            <a:r>
              <a:rPr lang="en-US" dirty="0">
                <a:solidFill>
                  <a:schemeClr val="bg2">
                    <a:lumMod val="90000"/>
                  </a:schemeClr>
                </a:solidFill>
              </a:rPr>
              <a:t>, so users can </a:t>
            </a:r>
            <a:r>
              <a:rPr lang="en-US" sz="1800" dirty="0">
                <a:solidFill>
                  <a:schemeClr val="bg2">
                    <a:lumMod val="90000"/>
                  </a:schemeClr>
                </a:solidFill>
              </a:rPr>
              <a:t>receive updates</a:t>
            </a:r>
            <a:r>
              <a:rPr lang="en-US" dirty="0">
                <a:solidFill>
                  <a:schemeClr val="bg2">
                    <a:lumMod val="90000"/>
                  </a:schemeClr>
                </a:solidFill>
              </a:rPr>
              <a:t> that </a:t>
            </a:r>
            <a:r>
              <a:rPr lang="en-US" sz="1800" dirty="0">
                <a:solidFill>
                  <a:schemeClr val="bg2">
                    <a:lumMod val="90000"/>
                  </a:schemeClr>
                </a:solidFill>
              </a:rPr>
              <a:t>match</a:t>
            </a:r>
            <a:r>
              <a:rPr lang="en-US" dirty="0">
                <a:solidFill>
                  <a:schemeClr val="bg2">
                    <a:lumMod val="90000"/>
                  </a:schemeClr>
                </a:solidFill>
              </a:rPr>
              <a:t> their </a:t>
            </a:r>
            <a:r>
              <a:rPr lang="en-US" sz="1800" dirty="0">
                <a:solidFill>
                  <a:schemeClr val="bg2">
                    <a:lumMod val="90000"/>
                  </a:schemeClr>
                </a:solidFill>
              </a:rPr>
              <a:t>interests</a:t>
            </a:r>
            <a:r>
              <a:rPr lang="en-US" dirty="0">
                <a:solidFill>
                  <a:schemeClr val="bg2">
                    <a:lumMod val="90000"/>
                  </a:schemeClr>
                </a:solidFill>
              </a:rPr>
              <a:t>.</a:t>
            </a:r>
          </a:p>
          <a:p>
            <a:pPr marL="0" indent="0">
              <a:spcBef>
                <a:spcPts val="2500"/>
              </a:spcBef>
              <a:buFont typeface="Arial" panose="020B0604020202020204" pitchFamily="34" charset="0"/>
              <a:buNone/>
            </a:pPr>
            <a:r>
              <a:rPr lang="en-US" sz="1600" b="1" dirty="0">
                <a:solidFill>
                  <a:schemeClr val="bg2">
                    <a:lumMod val="90000"/>
                  </a:schemeClr>
                </a:solidFill>
              </a:rPr>
              <a:t>Accessibility &amp; Mobile-</a:t>
            </a:r>
            <a:r>
              <a:rPr lang="en-US" b="1" dirty="0">
                <a:solidFill>
                  <a:schemeClr val="bg2">
                    <a:lumMod val="90000"/>
                  </a:schemeClr>
                </a:solidFill>
              </a:rPr>
              <a:t>Friendly</a:t>
            </a:r>
            <a:endParaRPr lang="en-US" sz="1600" b="1" dirty="0">
              <a:solidFill>
                <a:schemeClr val="bg2">
                  <a:lumMod val="90000"/>
                </a:schemeClr>
              </a:solidFill>
            </a:endParaRPr>
          </a:p>
          <a:p>
            <a:pPr marL="0" lvl="1" indent="0">
              <a:buFont typeface="Arial" panose="020B0604020202020204" pitchFamily="34" charset="0"/>
              <a:buNone/>
            </a:pPr>
            <a:r>
              <a:rPr lang="en-US" sz="1800" dirty="0">
                <a:solidFill>
                  <a:schemeClr val="bg2">
                    <a:lumMod val="90000"/>
                  </a:schemeClr>
                </a:solidFill>
              </a:rPr>
              <a:t>We </a:t>
            </a:r>
            <a:r>
              <a:rPr lang="en-US" dirty="0">
                <a:solidFill>
                  <a:schemeClr val="bg2">
                    <a:lumMod val="90000"/>
                  </a:schemeClr>
                </a:solidFill>
              </a:rPr>
              <a:t>made sure the site is </a:t>
            </a:r>
            <a:r>
              <a:rPr lang="en-US" sz="2000" dirty="0">
                <a:solidFill>
                  <a:schemeClr val="bg2">
                    <a:lumMod val="90000"/>
                  </a:schemeClr>
                </a:solidFill>
              </a:rPr>
              <a:t>easy</a:t>
            </a:r>
            <a:r>
              <a:rPr lang="en-US" dirty="0">
                <a:solidFill>
                  <a:schemeClr val="bg2">
                    <a:lumMod val="90000"/>
                  </a:schemeClr>
                </a:solidFill>
              </a:rPr>
              <a:t> to </a:t>
            </a:r>
            <a:r>
              <a:rPr lang="en-US" sz="1800" dirty="0">
                <a:solidFill>
                  <a:schemeClr val="bg2">
                    <a:lumMod val="90000"/>
                  </a:schemeClr>
                </a:solidFill>
              </a:rPr>
              <a:t>read</a:t>
            </a:r>
            <a:r>
              <a:rPr lang="en-US" dirty="0">
                <a:solidFill>
                  <a:schemeClr val="bg2">
                    <a:lumMod val="90000"/>
                  </a:schemeClr>
                </a:solidFill>
              </a:rPr>
              <a:t>, easy to </a:t>
            </a:r>
            <a:r>
              <a:rPr lang="en-US" sz="1800" dirty="0">
                <a:solidFill>
                  <a:schemeClr val="bg2">
                    <a:lumMod val="90000"/>
                  </a:schemeClr>
                </a:solidFill>
              </a:rPr>
              <a:t>navigate</a:t>
            </a:r>
            <a:r>
              <a:rPr lang="en-US" dirty="0">
                <a:solidFill>
                  <a:schemeClr val="bg2">
                    <a:lumMod val="90000"/>
                  </a:schemeClr>
                </a:solidFill>
              </a:rPr>
              <a:t>, and works well on phones, tablets, and laptops.  Text is </a:t>
            </a:r>
            <a:r>
              <a:rPr lang="en-US" sz="2000" dirty="0">
                <a:solidFill>
                  <a:schemeClr val="bg2">
                    <a:lumMod val="90000"/>
                  </a:schemeClr>
                </a:solidFill>
              </a:rPr>
              <a:t>clear</a:t>
            </a:r>
            <a:r>
              <a:rPr lang="en-US" dirty="0">
                <a:solidFill>
                  <a:schemeClr val="bg2">
                    <a:lumMod val="90000"/>
                  </a:schemeClr>
                </a:solidFill>
              </a:rPr>
              <a:t>, buttons are easy to use, and the </a:t>
            </a:r>
            <a:r>
              <a:rPr lang="en-US" sz="1800" dirty="0">
                <a:solidFill>
                  <a:schemeClr val="bg2">
                    <a:lumMod val="90000"/>
                  </a:schemeClr>
                </a:solidFill>
              </a:rPr>
              <a:t>layout adjusts </a:t>
            </a:r>
            <a:r>
              <a:rPr lang="en-US" dirty="0">
                <a:solidFill>
                  <a:schemeClr val="bg2">
                    <a:lumMod val="90000"/>
                  </a:schemeClr>
                </a:solidFill>
              </a:rPr>
              <a:t>automatically for smaller screens.</a:t>
            </a:r>
          </a:p>
        </p:txBody>
      </p:sp>
    </p:spTree>
    <p:extLst>
      <p:ext uri="{BB962C8B-B14F-4D97-AF65-F5344CB8AC3E}">
        <p14:creationId xmlns:p14="http://schemas.microsoft.com/office/powerpoint/2010/main" val="36132575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F18CA-CC78-239F-C0E2-97A729A41172}"/>
              </a:ext>
            </a:extLst>
          </p:cNvPr>
          <p:cNvSpPr>
            <a:spLocks noGrp="1"/>
          </p:cNvSpPr>
          <p:nvPr>
            <p:ph type="title"/>
          </p:nvPr>
        </p:nvSpPr>
        <p:spPr>
          <a:xfrm>
            <a:off x="64008" y="1435608"/>
            <a:ext cx="11594592" cy="5559552"/>
          </a:xfrm>
        </p:spPr>
        <p:txBody>
          <a:bodyPr anchor="b">
            <a:normAutofit/>
          </a:bodyPr>
          <a:lstStyle/>
          <a:p>
            <a:r>
              <a:rPr lang="en-US" dirty="0">
                <a:solidFill>
                  <a:schemeClr val="tx2">
                    <a:lumMod val="75000"/>
                  </a:schemeClr>
                </a:solidFill>
              </a:rPr>
              <a:t>Visual Demonstration</a:t>
            </a:r>
          </a:p>
        </p:txBody>
      </p:sp>
    </p:spTree>
    <p:extLst>
      <p:ext uri="{BB962C8B-B14F-4D97-AF65-F5344CB8AC3E}">
        <p14:creationId xmlns:p14="http://schemas.microsoft.com/office/powerpoint/2010/main" val="3026354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5D8FE-F0F4-F972-E823-028D7EF97AE6}"/>
              </a:ext>
            </a:extLst>
          </p:cNvPr>
          <p:cNvSpPr>
            <a:spLocks noGrp="1"/>
          </p:cNvSpPr>
          <p:nvPr>
            <p:ph type="title"/>
          </p:nvPr>
        </p:nvSpPr>
        <p:spPr>
          <a:xfrm>
            <a:off x="90151" y="901521"/>
            <a:ext cx="4726547" cy="5756856"/>
          </a:xfrm>
        </p:spPr>
        <p:txBody>
          <a:bodyPr anchor="t">
            <a:normAutofit/>
          </a:bodyPr>
          <a:lstStyle/>
          <a:p>
            <a:r>
              <a:rPr lang="en-US" dirty="0">
                <a:solidFill>
                  <a:schemeClr val="bg2">
                    <a:lumMod val="75000"/>
                  </a:schemeClr>
                </a:solidFill>
              </a:rPr>
              <a:t>What We Built</a:t>
            </a:r>
          </a:p>
        </p:txBody>
      </p:sp>
      <p:sp>
        <p:nvSpPr>
          <p:cNvPr id="3" name="Content Placeholder 2">
            <a:extLst>
              <a:ext uri="{FF2B5EF4-FFF2-40B4-BE49-F238E27FC236}">
                <a16:creationId xmlns:a16="http://schemas.microsoft.com/office/drawing/2014/main" id="{4CA3F1EC-A462-C340-54AF-BFEB2D6C13A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58384" y="1249959"/>
            <a:ext cx="6440424" cy="5238764"/>
          </a:xfrm>
        </p:spPr>
        <p:txBody>
          <a:bodyPr vert="horz" lIns="91440" tIns="45720" rIns="91440" bIns="45720" rtlCol="0" anchor="t">
            <a:normAutofit/>
          </a:bodyPr>
          <a:lstStyle/>
          <a:p>
            <a:pPr marL="0" indent="0">
              <a:spcBef>
                <a:spcPts val="2500"/>
              </a:spcBef>
              <a:buNone/>
            </a:pPr>
            <a:r>
              <a:rPr lang="en-US" b="1" dirty="0">
                <a:solidFill>
                  <a:schemeClr val="bg2">
                    <a:lumMod val="90000"/>
                  </a:schemeClr>
                </a:solidFill>
              </a:rPr>
              <a:t>Home</a:t>
            </a:r>
            <a:r>
              <a:rPr lang="en-US" sz="1600" b="1" dirty="0">
                <a:solidFill>
                  <a:schemeClr val="bg2">
                    <a:lumMod val="90000"/>
                  </a:schemeClr>
                </a:solidFill>
              </a:rPr>
              <a:t> Page </a:t>
            </a:r>
            <a:endParaRPr lang="en-US" sz="2000" dirty="0">
              <a:solidFill>
                <a:schemeClr val="bg2">
                  <a:lumMod val="90000"/>
                </a:schemeClr>
              </a:solidFill>
            </a:endParaRPr>
          </a:p>
          <a:p>
            <a:pPr marL="0" lvl="1" indent="0">
              <a:buNone/>
            </a:pPr>
            <a:r>
              <a:rPr lang="en-US" dirty="0">
                <a:solidFill>
                  <a:schemeClr val="bg2">
                    <a:lumMod val="90000"/>
                  </a:schemeClr>
                </a:solidFill>
              </a:rPr>
              <a:t>Introduces the platform with a </a:t>
            </a:r>
            <a:r>
              <a:rPr lang="en-US" sz="2000" dirty="0">
                <a:solidFill>
                  <a:schemeClr val="bg2">
                    <a:lumMod val="90000"/>
                  </a:schemeClr>
                </a:solidFill>
              </a:rPr>
              <a:t>welcoming layout</a:t>
            </a:r>
            <a:r>
              <a:rPr lang="en-US" dirty="0">
                <a:solidFill>
                  <a:schemeClr val="bg2">
                    <a:lumMod val="90000"/>
                  </a:schemeClr>
                </a:solidFill>
              </a:rPr>
              <a:t> and a </a:t>
            </a:r>
            <a:r>
              <a:rPr lang="en-US" sz="1800" dirty="0">
                <a:solidFill>
                  <a:schemeClr val="bg2">
                    <a:lumMod val="90000"/>
                  </a:schemeClr>
                </a:solidFill>
              </a:rPr>
              <a:t>clear</a:t>
            </a:r>
            <a:r>
              <a:rPr lang="en-US" dirty="0">
                <a:solidFill>
                  <a:schemeClr val="bg2">
                    <a:lumMod val="90000"/>
                  </a:schemeClr>
                </a:solidFill>
              </a:rPr>
              <a:t> starting point for users.</a:t>
            </a:r>
            <a:endParaRPr lang="en-US" sz="1800" dirty="0">
              <a:solidFill>
                <a:schemeClr val="bg2">
                  <a:lumMod val="90000"/>
                </a:schemeClr>
              </a:solidFill>
            </a:endParaRPr>
          </a:p>
          <a:p>
            <a:pPr marL="0" indent="0">
              <a:spcBef>
                <a:spcPts val="2500"/>
              </a:spcBef>
              <a:buFont typeface="Arial" panose="020B0604020202020204" pitchFamily="34" charset="0"/>
              <a:buNone/>
            </a:pPr>
            <a:r>
              <a:rPr lang="en-US" b="1" dirty="0">
                <a:solidFill>
                  <a:schemeClr val="bg2">
                    <a:lumMod val="90000"/>
                  </a:schemeClr>
                </a:solidFill>
              </a:rPr>
              <a:t>Listings</a:t>
            </a:r>
            <a:r>
              <a:rPr lang="en-US" sz="1600" b="1" dirty="0">
                <a:solidFill>
                  <a:schemeClr val="bg2">
                    <a:lumMod val="90000"/>
                  </a:schemeClr>
                </a:solidFill>
              </a:rPr>
              <a:t> Page Prototype</a:t>
            </a:r>
          </a:p>
          <a:p>
            <a:pPr marL="0" lvl="1" indent="0">
              <a:buFont typeface="Arial" panose="020B0604020202020204" pitchFamily="34" charset="0"/>
              <a:buNone/>
            </a:pPr>
            <a:r>
              <a:rPr lang="en-US" dirty="0">
                <a:solidFill>
                  <a:schemeClr val="bg2">
                    <a:lumMod val="90000"/>
                  </a:schemeClr>
                </a:solidFill>
              </a:rPr>
              <a:t>Shows available items in an </a:t>
            </a:r>
            <a:r>
              <a:rPr lang="en-US" sz="1800" dirty="0">
                <a:solidFill>
                  <a:schemeClr val="bg2">
                    <a:lumMod val="90000"/>
                  </a:schemeClr>
                </a:solidFill>
              </a:rPr>
              <a:t>organized format</a:t>
            </a:r>
            <a:r>
              <a:rPr lang="en-US" dirty="0">
                <a:solidFill>
                  <a:schemeClr val="bg2">
                    <a:lumMod val="90000"/>
                  </a:schemeClr>
                </a:solidFill>
              </a:rPr>
              <a:t>, making it </a:t>
            </a:r>
            <a:r>
              <a:rPr lang="en-US" sz="1800" dirty="0">
                <a:solidFill>
                  <a:schemeClr val="bg2">
                    <a:lumMod val="90000"/>
                  </a:schemeClr>
                </a:solidFill>
              </a:rPr>
              <a:t>easy</a:t>
            </a:r>
            <a:r>
              <a:rPr lang="en-US" dirty="0">
                <a:solidFill>
                  <a:schemeClr val="bg2">
                    <a:lumMod val="90000"/>
                  </a:schemeClr>
                </a:solidFill>
              </a:rPr>
              <a:t> for users to browse and </a:t>
            </a:r>
            <a:r>
              <a:rPr lang="en-US" sz="1800" dirty="0">
                <a:solidFill>
                  <a:schemeClr val="bg2">
                    <a:lumMod val="90000"/>
                  </a:schemeClr>
                </a:solidFill>
              </a:rPr>
              <a:t>find</a:t>
            </a:r>
            <a:r>
              <a:rPr lang="en-US" dirty="0">
                <a:solidFill>
                  <a:schemeClr val="bg2">
                    <a:lumMod val="90000"/>
                  </a:schemeClr>
                </a:solidFill>
              </a:rPr>
              <a:t> what they need.</a:t>
            </a:r>
          </a:p>
          <a:p>
            <a:pPr marL="0" indent="0">
              <a:spcBef>
                <a:spcPts val="2500"/>
              </a:spcBef>
              <a:buFont typeface="Arial" panose="020B0604020202020204" pitchFamily="34" charset="0"/>
              <a:buNone/>
            </a:pPr>
            <a:r>
              <a:rPr lang="en-US" b="1" dirty="0">
                <a:solidFill>
                  <a:schemeClr val="bg2">
                    <a:lumMod val="90000"/>
                  </a:schemeClr>
                </a:solidFill>
              </a:rPr>
              <a:t>Post</a:t>
            </a:r>
            <a:r>
              <a:rPr lang="en-US" sz="1600" b="1" dirty="0">
                <a:solidFill>
                  <a:schemeClr val="bg2">
                    <a:lumMod val="90000"/>
                  </a:schemeClr>
                </a:solidFill>
              </a:rPr>
              <a:t> Item Form</a:t>
            </a:r>
          </a:p>
          <a:p>
            <a:pPr marL="0" lvl="1" indent="0">
              <a:buFont typeface="Arial" panose="020B0604020202020204" pitchFamily="34" charset="0"/>
              <a:buNone/>
            </a:pPr>
            <a:r>
              <a:rPr lang="en-US" dirty="0">
                <a:solidFill>
                  <a:schemeClr val="bg2">
                    <a:lumMod val="90000"/>
                  </a:schemeClr>
                </a:solidFill>
              </a:rPr>
              <a:t>Allows </a:t>
            </a:r>
            <a:r>
              <a:rPr lang="en-US" sz="1800" dirty="0">
                <a:solidFill>
                  <a:schemeClr val="bg2">
                    <a:lumMod val="90000"/>
                  </a:schemeClr>
                </a:solidFill>
              </a:rPr>
              <a:t>community</a:t>
            </a:r>
            <a:r>
              <a:rPr lang="en-US" dirty="0">
                <a:solidFill>
                  <a:schemeClr val="bg2">
                    <a:lumMod val="90000"/>
                  </a:schemeClr>
                </a:solidFill>
              </a:rPr>
              <a:t> members to </a:t>
            </a:r>
            <a:r>
              <a:rPr lang="en-US" sz="1800" dirty="0">
                <a:solidFill>
                  <a:schemeClr val="bg2">
                    <a:lumMod val="90000"/>
                  </a:schemeClr>
                </a:solidFill>
              </a:rPr>
              <a:t>quickly add </a:t>
            </a:r>
            <a:r>
              <a:rPr lang="en-US" dirty="0">
                <a:solidFill>
                  <a:schemeClr val="bg2">
                    <a:lumMod val="90000"/>
                  </a:schemeClr>
                </a:solidFill>
              </a:rPr>
              <a:t>new items with basic details, helping keep the listings </a:t>
            </a:r>
            <a:r>
              <a:rPr lang="en-US" sz="1800" dirty="0">
                <a:solidFill>
                  <a:schemeClr val="bg2">
                    <a:lumMod val="90000"/>
                  </a:schemeClr>
                </a:solidFill>
              </a:rPr>
              <a:t>fresh and useful</a:t>
            </a:r>
            <a:r>
              <a:rPr lang="en-US" dirty="0">
                <a:solidFill>
                  <a:schemeClr val="bg2">
                    <a:lumMod val="90000"/>
                  </a:schemeClr>
                </a:solidFill>
              </a:rPr>
              <a:t>.</a:t>
            </a:r>
          </a:p>
          <a:p>
            <a:pPr marL="0" indent="0">
              <a:spcBef>
                <a:spcPts val="2500"/>
              </a:spcBef>
              <a:buFont typeface="Arial" panose="020B0604020202020204" pitchFamily="34" charset="0"/>
              <a:buNone/>
            </a:pPr>
            <a:r>
              <a:rPr lang="en-US" b="1" dirty="0">
                <a:solidFill>
                  <a:schemeClr val="bg2">
                    <a:lumMod val="90000"/>
                  </a:schemeClr>
                </a:solidFill>
              </a:rPr>
              <a:t>Notifications</a:t>
            </a:r>
            <a:r>
              <a:rPr lang="en-US" sz="1600" b="1" dirty="0">
                <a:solidFill>
                  <a:schemeClr val="bg2">
                    <a:lumMod val="90000"/>
                  </a:schemeClr>
                </a:solidFill>
              </a:rPr>
              <a:t> Signup</a:t>
            </a:r>
          </a:p>
          <a:p>
            <a:pPr marL="0" lvl="1" indent="0">
              <a:buFont typeface="Arial" panose="020B0604020202020204" pitchFamily="34" charset="0"/>
              <a:buNone/>
            </a:pPr>
            <a:r>
              <a:rPr lang="en-US" dirty="0">
                <a:solidFill>
                  <a:schemeClr val="bg2">
                    <a:lumMod val="90000"/>
                  </a:schemeClr>
                </a:solidFill>
              </a:rPr>
              <a:t>Lets users subscribe to </a:t>
            </a:r>
            <a:r>
              <a:rPr lang="en-US" sz="1800" dirty="0">
                <a:solidFill>
                  <a:schemeClr val="bg2">
                    <a:lumMod val="90000"/>
                  </a:schemeClr>
                </a:solidFill>
              </a:rPr>
              <a:t>updates and follow </a:t>
            </a:r>
            <a:r>
              <a:rPr lang="en-US" dirty="0">
                <a:solidFill>
                  <a:schemeClr val="bg2">
                    <a:lumMod val="90000"/>
                  </a:schemeClr>
                </a:solidFill>
              </a:rPr>
              <a:t>categories they care about, increasing </a:t>
            </a:r>
            <a:r>
              <a:rPr lang="en-US" sz="1800" dirty="0">
                <a:solidFill>
                  <a:schemeClr val="bg2">
                    <a:lumMod val="90000"/>
                  </a:schemeClr>
                </a:solidFill>
              </a:rPr>
              <a:t>engagement</a:t>
            </a:r>
            <a:r>
              <a:rPr lang="en-US" dirty="0">
                <a:solidFill>
                  <a:schemeClr val="bg2">
                    <a:lumMod val="90000"/>
                  </a:schemeClr>
                </a:solidFill>
              </a:rPr>
              <a:t> and </a:t>
            </a:r>
            <a:r>
              <a:rPr lang="en-US" sz="1800" dirty="0">
                <a:solidFill>
                  <a:schemeClr val="bg2">
                    <a:lumMod val="90000"/>
                  </a:schemeClr>
                </a:solidFill>
              </a:rPr>
              <a:t>convenience</a:t>
            </a:r>
            <a:r>
              <a:rPr lang="en-US" dirty="0">
                <a:solidFill>
                  <a:schemeClr val="bg2">
                    <a:lumMod val="90000"/>
                  </a:schemeClr>
                </a:solidFill>
              </a:rPr>
              <a:t>.</a:t>
            </a:r>
          </a:p>
        </p:txBody>
      </p:sp>
      <p:pic>
        <p:nvPicPr>
          <p:cNvPr id="10" name="Picture 9" descr="A screenshot of a market&#10;&#10;AI-generated content may be incorrect.">
            <a:extLst>
              <a:ext uri="{FF2B5EF4-FFF2-40B4-BE49-F238E27FC236}">
                <a16:creationId xmlns:a16="http://schemas.microsoft.com/office/drawing/2014/main" id="{C082D8C3-93E8-122C-5D86-815DFCD59D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51" y="1780504"/>
            <a:ext cx="2333951" cy="1889975"/>
          </a:xfrm>
          <a:prstGeom prst="rect">
            <a:avLst/>
          </a:prstGeom>
        </p:spPr>
      </p:pic>
      <p:pic>
        <p:nvPicPr>
          <p:cNvPr id="12" name="Picture 11" descr="A screenshot of a post&#10;&#10;AI-generated content may be incorrect.">
            <a:extLst>
              <a:ext uri="{FF2B5EF4-FFF2-40B4-BE49-F238E27FC236}">
                <a16:creationId xmlns:a16="http://schemas.microsoft.com/office/drawing/2014/main" id="{A6F92F37-7EB5-6EEB-5489-7861315E03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8860" y="1780504"/>
            <a:ext cx="2157838" cy="1336183"/>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A4836B8B-469B-C52F-455A-6BFB661FCB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0197" y="3429000"/>
            <a:ext cx="2283905" cy="2712406"/>
          </a:xfrm>
          <a:prstGeom prst="rect">
            <a:avLst/>
          </a:prstGeom>
        </p:spPr>
      </p:pic>
      <p:pic>
        <p:nvPicPr>
          <p:cNvPr id="16" name="Picture 15" descr="A screenshot of a computer&#10;&#10;AI-generated content may be incorrect.">
            <a:extLst>
              <a:ext uri="{FF2B5EF4-FFF2-40B4-BE49-F238E27FC236}">
                <a16:creationId xmlns:a16="http://schemas.microsoft.com/office/drawing/2014/main" id="{1FDF296A-54B2-44AF-AEE2-97EF1302D0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18462" y="3429000"/>
            <a:ext cx="2238633" cy="1980765"/>
          </a:xfrm>
          <a:prstGeom prst="rect">
            <a:avLst/>
          </a:prstGeom>
        </p:spPr>
      </p:pic>
    </p:spTree>
    <p:extLst>
      <p:ext uri="{BB962C8B-B14F-4D97-AF65-F5344CB8AC3E}">
        <p14:creationId xmlns:p14="http://schemas.microsoft.com/office/powerpoint/2010/main" val="22569319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B200A-235A-4530-D9E8-E03670BCD240}"/>
              </a:ext>
            </a:extLst>
          </p:cNvPr>
          <p:cNvSpPr>
            <a:spLocks noGrp="1"/>
          </p:cNvSpPr>
          <p:nvPr>
            <p:ph type="title"/>
          </p:nvPr>
        </p:nvSpPr>
        <p:spPr>
          <a:xfrm>
            <a:off x="320558" y="1034473"/>
            <a:ext cx="11420337" cy="1582221"/>
          </a:xfrm>
        </p:spPr>
        <p:txBody>
          <a:bodyPr anchor="b">
            <a:normAutofit/>
          </a:bodyPr>
          <a:lstStyle/>
          <a:p>
            <a:r>
              <a:rPr lang="en-US" dirty="0">
                <a:solidFill>
                  <a:schemeClr val="bg2">
                    <a:lumMod val="75000"/>
                  </a:schemeClr>
                </a:solidFill>
              </a:rPr>
              <a:t>Reflection &amp; What’s Next</a:t>
            </a:r>
          </a:p>
        </p:txBody>
      </p:sp>
      <p:graphicFrame>
        <p:nvGraphicFramePr>
          <p:cNvPr id="10" name="Content Placeholder 2">
            <a:extLst>
              <a:ext uri="{FF2B5EF4-FFF2-40B4-BE49-F238E27FC236}">
                <a16:creationId xmlns:a16="http://schemas.microsoft.com/office/drawing/2014/main" id="{7297614A-34D9-517A-2111-0AEA24137B5A}"/>
              </a:ext>
            </a:extLst>
          </p:cNvPr>
          <p:cNvGraphicFramePr>
            <a:graphicFrameLocks noGrp="1"/>
          </p:cNvGraphicFramePr>
          <p:nvPr>
            <p:ph idx="1"/>
            <p:extLst>
              <p:ext uri="{D42A27DB-BD31-4B8C-83A1-F6EECF244321}">
                <p14:modId xmlns:p14="http://schemas.microsoft.com/office/powerpoint/2010/main" val="1290076407"/>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320559" y="2920067"/>
          <a:ext cx="11420336" cy="34015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68191100"/>
      </p:ext>
    </p:extLst>
  </p:cSld>
  <p:clrMapOvr>
    <a:masterClrMapping/>
  </p:clrMapOvr>
  <p:transition>
    <p:fade/>
  </p:transition>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A923440E-1285-45C1-B66B-8630BD70D041}" vid="{F02A544F-3BB0-402C-9DE1-17A1995AA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AEFF06-C01D-4782-9025-60F06DFEAF41}">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846201E-DF07-4095-9F76-DD2E789400A7}">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83E87D78-9CEC-4EE9-94B9-0F2EEEB8A06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Editorial</Template>
  <TotalTime>108</TotalTime>
  <Words>941</Words>
  <Application>Microsoft Office PowerPoint</Application>
  <PresentationFormat>Widescreen</PresentationFormat>
  <Paragraphs>49</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Editorial</vt:lpstr>
      <vt:lpstr>Buyer’s Market Project Presentation</vt:lpstr>
      <vt:lpstr>Buyer’s market</vt:lpstr>
      <vt:lpstr>Our Project &amp; Our Client</vt:lpstr>
      <vt:lpstr>Client Goals &amp; How We Met Them</vt:lpstr>
      <vt:lpstr>Visual Demonstration</vt:lpstr>
      <vt:lpstr>What We Built</vt:lpstr>
      <vt:lpstr>Reflection &amp; What’s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Kelly Daniel</cp:lastModifiedBy>
  <cp:revision>52</cp:revision>
  <dcterms:created xsi:type="dcterms:W3CDTF">2025-08-04T19:41:08Z</dcterms:created>
  <dcterms:modified xsi:type="dcterms:W3CDTF">2025-11-24T01:54:59Z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